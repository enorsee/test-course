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theme/theme3.xml" ContentType="application/vnd.openxmlformats-officedocument.theme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theme/theme4.xml" ContentType="application/vnd.openxmlformats-officedocument.theme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theme/theme5.xml" ContentType="application/vnd.openxmlformats-officedocument.theme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theme/theme6.xml" ContentType="application/vnd.openxmlformats-officedocument.theme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theme/theme7.xml" ContentType="application/vnd.openxmlformats-officedocument.theme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84.xml" ContentType="application/vnd.openxmlformats-officedocument.presentationml.slideLayout+xml"/>
  <Override PartName="/ppt/slideLayouts/slideLayout85.xml" ContentType="application/vnd.openxmlformats-officedocument.presentationml.slideLayout+xml"/>
  <Override PartName="/ppt/slideLayouts/slideLayout86.xml" ContentType="application/vnd.openxmlformats-officedocument.presentationml.slideLayout+xml"/>
  <Override PartName="/ppt/slideLayouts/slideLayout87.xml" ContentType="application/vnd.openxmlformats-officedocument.presentationml.slideLayout+xml"/>
  <Override PartName="/ppt/slideLayouts/slideLayout88.xml" ContentType="application/vnd.openxmlformats-officedocument.presentationml.slideLayout+xml"/>
  <Override PartName="/ppt/theme/theme8.xml" ContentType="application/vnd.openxmlformats-officedocument.theme+xml"/>
  <Override PartName="/ppt/slideLayouts/slideLayout89.xml" ContentType="application/vnd.openxmlformats-officedocument.presentationml.slideLayout+xml"/>
  <Override PartName="/ppt/slideLayouts/slideLayout90.xml" ContentType="application/vnd.openxmlformats-officedocument.presentationml.slideLayout+xml"/>
  <Override PartName="/ppt/slideLayouts/slideLayout91.xml" ContentType="application/vnd.openxmlformats-officedocument.presentationml.slideLayout+xml"/>
  <Override PartName="/ppt/slideLayouts/slideLayout92.xml" ContentType="application/vnd.openxmlformats-officedocument.presentationml.slideLayout+xml"/>
  <Override PartName="/ppt/slideLayouts/slideLayout93.xml" ContentType="application/vnd.openxmlformats-officedocument.presentationml.slideLayout+xml"/>
  <Override PartName="/ppt/slideLayouts/slideLayout94.xml" ContentType="application/vnd.openxmlformats-officedocument.presentationml.slideLayout+xml"/>
  <Override PartName="/ppt/slideLayouts/slideLayout95.xml" ContentType="application/vnd.openxmlformats-officedocument.presentationml.slideLayout+xml"/>
  <Override PartName="/ppt/slideLayouts/slideLayout96.xml" ContentType="application/vnd.openxmlformats-officedocument.presentationml.slideLayout+xml"/>
  <Override PartName="/ppt/slideLayouts/slideLayout97.xml" ContentType="application/vnd.openxmlformats-officedocument.presentationml.slideLayout+xml"/>
  <Override PartName="/ppt/slideLayouts/slideLayout98.xml" ContentType="application/vnd.openxmlformats-officedocument.presentationml.slideLayout+xml"/>
  <Override PartName="/ppt/slideLayouts/slideLayout99.xml" ContentType="application/vnd.openxmlformats-officedocument.presentationml.slideLayout+xml"/>
  <Override PartName="/ppt/slideLayouts/slideLayout100.xml" ContentType="application/vnd.openxmlformats-officedocument.presentationml.slideLayout+xml"/>
  <Override PartName="/ppt/theme/theme9.xml" ContentType="application/vnd.openxmlformats-officedocument.theme+xml"/>
  <Override PartName="/ppt/slideLayouts/slideLayout101.xml" ContentType="application/vnd.openxmlformats-officedocument.presentationml.slideLayout+xml"/>
  <Override PartName="/ppt/slideLayouts/slideLayout102.xml" ContentType="application/vnd.openxmlformats-officedocument.presentationml.slideLayout+xml"/>
  <Override PartName="/ppt/slideLayouts/slideLayout103.xml" ContentType="application/vnd.openxmlformats-officedocument.presentationml.slideLayout+xml"/>
  <Override PartName="/ppt/slideLayouts/slideLayout104.xml" ContentType="application/vnd.openxmlformats-officedocument.presentationml.slideLayout+xml"/>
  <Override PartName="/ppt/slideLayouts/slideLayout105.xml" ContentType="application/vnd.openxmlformats-officedocument.presentationml.slideLayout+xml"/>
  <Override PartName="/ppt/slideLayouts/slideLayout106.xml" ContentType="application/vnd.openxmlformats-officedocument.presentationml.slideLayout+xml"/>
  <Override PartName="/ppt/slideLayouts/slideLayout107.xml" ContentType="application/vnd.openxmlformats-officedocument.presentationml.slideLayout+xml"/>
  <Override PartName="/ppt/slideLayouts/slideLayout108.xml" ContentType="application/vnd.openxmlformats-officedocument.presentationml.slideLayout+xml"/>
  <Override PartName="/ppt/slideLayouts/slideLayout109.xml" ContentType="application/vnd.openxmlformats-officedocument.presentationml.slideLayout+xml"/>
  <Override PartName="/ppt/slideLayouts/slideLayout110.xml" ContentType="application/vnd.openxmlformats-officedocument.presentationml.slideLayout+xml"/>
  <Override PartName="/ppt/slideLayouts/slideLayout111.xml" ContentType="application/vnd.openxmlformats-officedocument.presentationml.slideLayout+xml"/>
  <Override PartName="/ppt/theme/theme10.xml" ContentType="application/vnd.openxmlformats-officedocument.theme+xml"/>
  <Override PartName="/ppt/theme/theme11.xml" ContentType="application/vnd.openxmlformats-officedocument.theme+xml"/>
  <Override PartName="/ppt/theme/theme1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3" r:id="rId1"/>
    <p:sldMasterId id="2147483667" r:id="rId2"/>
    <p:sldMasterId id="2147483665" r:id="rId3"/>
    <p:sldMasterId id="2147483648" r:id="rId4"/>
    <p:sldMasterId id="2147483651" r:id="rId5"/>
    <p:sldMasterId id="2147483653" r:id="rId6"/>
    <p:sldMasterId id="2147483655" r:id="rId7"/>
    <p:sldMasterId id="2147483657" r:id="rId8"/>
    <p:sldMasterId id="2147483659" r:id="rId9"/>
    <p:sldMasterId id="2147483661" r:id="rId10"/>
  </p:sldMasterIdLst>
  <p:notesMasterIdLst>
    <p:notesMasterId r:id="rId24"/>
  </p:notesMasterIdLst>
  <p:handoutMasterIdLst>
    <p:handoutMasterId r:id="rId25"/>
  </p:handoutMasterIdLst>
  <p:sldIdLst>
    <p:sldId id="276" r:id="rId11"/>
    <p:sldId id="277" r:id="rId12"/>
    <p:sldId id="278" r:id="rId13"/>
    <p:sldId id="286" r:id="rId14"/>
    <p:sldId id="279" r:id="rId15"/>
    <p:sldId id="280" r:id="rId16"/>
    <p:sldId id="285" r:id="rId17"/>
    <p:sldId id="281" r:id="rId18"/>
    <p:sldId id="282" r:id="rId19"/>
    <p:sldId id="287" r:id="rId20"/>
    <p:sldId id="283" r:id="rId21"/>
    <p:sldId id="288" r:id="rId22"/>
    <p:sldId id="289" r:id="rId23"/>
  </p:sldIdLst>
  <p:sldSz cx="9144000" cy="6858000" type="screen4x3"/>
  <p:notesSz cx="6858000" cy="9144000"/>
  <p:defaultTextStyle>
    <a:defPPr>
      <a:defRPr lang="fr-FR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9pPr>
  </p:defaultTextStyle>
  <p:extLst>
    <p:ext uri="{521415D9-36F7-43E2-AB2F-B90AF26B5E84}">
      <p14:sectionLst xmlns:p14="http://schemas.microsoft.com/office/powerpoint/2010/main">
        <p14:section name="默认节" id="{6FC8FD7C-E365-47E3-ABE8-6337E3495AD4}">
          <p14:sldIdLst>
            <p14:sldId id="276"/>
            <p14:sldId id="277"/>
            <p14:sldId id="278"/>
            <p14:sldId id="286"/>
            <p14:sldId id="279"/>
            <p14:sldId id="280"/>
            <p14:sldId id="285"/>
            <p14:sldId id="281"/>
            <p14:sldId id="282"/>
            <p14:sldId id="287"/>
            <p14:sldId id="283"/>
            <p14:sldId id="288"/>
            <p14:sldId id="289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ECF53"/>
    <a:srgbClr val="E1001A"/>
    <a:srgbClr val="CC0000"/>
    <a:srgbClr val="ACE1AC"/>
    <a:srgbClr val="0592C2"/>
    <a:srgbClr val="EB7527"/>
    <a:srgbClr val="808C40"/>
    <a:srgbClr val="FFE2B7"/>
    <a:srgbClr val="9999FF"/>
    <a:srgbClr val="DDDDD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Style moyen 2 - Accentuation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8799B23B-EC83-4686-B30A-512413B5E67A}" styleName="Style léger 3 - Accentuation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2D5ABB26-0587-4C30-8999-92F81FD0307C}" styleName="Aucun style, aucune grille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无样式，网格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9DCAF9ED-07DC-4A11-8D7F-57B35C25682E}" styleName="中度样式 1 - 强调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10A1B5D5-9B99-4C35-A422-299274C87663}" styleName="中度样式 1 - 强调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5DA37D80-6434-44D0-A028-1B22A696006F}" styleName="浅色样式 3 - 强调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92" autoAdjust="0"/>
    <p:restoredTop sz="91489" autoAdjust="0"/>
  </p:normalViewPr>
  <p:slideViewPr>
    <p:cSldViewPr snapToGrid="0">
      <p:cViewPr varScale="1">
        <p:scale>
          <a:sx n="112" d="100"/>
          <a:sy n="112" d="100"/>
        </p:scale>
        <p:origin x="1864" y="17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napToGrid="0">
      <p:cViewPr>
        <p:scale>
          <a:sx n="150" d="100"/>
          <a:sy n="150" d="100"/>
        </p:scale>
        <p:origin x="-2460" y="360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Master" Target="slideMasters/slideMaster8.xml"/><Relationship Id="rId13" Type="http://schemas.openxmlformats.org/officeDocument/2006/relationships/slide" Target="slides/slide3.xml"/><Relationship Id="rId18" Type="http://schemas.openxmlformats.org/officeDocument/2006/relationships/slide" Target="slides/slide8.xml"/><Relationship Id="rId26" Type="http://schemas.openxmlformats.org/officeDocument/2006/relationships/presProps" Target="presProps.xml"/><Relationship Id="rId3" Type="http://schemas.openxmlformats.org/officeDocument/2006/relationships/slideMaster" Target="slideMasters/slideMaster3.xml"/><Relationship Id="rId21" Type="http://schemas.openxmlformats.org/officeDocument/2006/relationships/slide" Target="slides/slide11.xml"/><Relationship Id="rId7" Type="http://schemas.openxmlformats.org/officeDocument/2006/relationships/slideMaster" Target="slideMasters/slideMaster7.xml"/><Relationship Id="rId12" Type="http://schemas.openxmlformats.org/officeDocument/2006/relationships/slide" Target="slides/slide2.xml"/><Relationship Id="rId17" Type="http://schemas.openxmlformats.org/officeDocument/2006/relationships/slide" Target="slides/slide7.xml"/><Relationship Id="rId25" Type="http://schemas.openxmlformats.org/officeDocument/2006/relationships/handoutMaster" Target="handoutMasters/handoutMaster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6.xml"/><Relationship Id="rId20" Type="http://schemas.openxmlformats.org/officeDocument/2006/relationships/slide" Target="slides/slide10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Master" Target="slideMasters/slideMaster6.xml"/><Relationship Id="rId11" Type="http://schemas.openxmlformats.org/officeDocument/2006/relationships/slide" Target="slides/slide1.xml"/><Relationship Id="rId24" Type="http://schemas.openxmlformats.org/officeDocument/2006/relationships/notesMaster" Target="notesMasters/notesMaster1.xml"/><Relationship Id="rId5" Type="http://schemas.openxmlformats.org/officeDocument/2006/relationships/slideMaster" Target="slideMasters/slideMaster5.xml"/><Relationship Id="rId15" Type="http://schemas.openxmlformats.org/officeDocument/2006/relationships/slide" Target="slides/slide5.xml"/><Relationship Id="rId23" Type="http://schemas.openxmlformats.org/officeDocument/2006/relationships/slide" Target="slides/slide13.xml"/><Relationship Id="rId28" Type="http://schemas.openxmlformats.org/officeDocument/2006/relationships/theme" Target="theme/theme1.xml"/><Relationship Id="rId10" Type="http://schemas.openxmlformats.org/officeDocument/2006/relationships/slideMaster" Target="slideMasters/slideMaster10.xml"/><Relationship Id="rId19" Type="http://schemas.openxmlformats.org/officeDocument/2006/relationships/slide" Target="slides/slide9.xml"/><Relationship Id="rId4" Type="http://schemas.openxmlformats.org/officeDocument/2006/relationships/slideMaster" Target="slideMasters/slideMaster4.xml"/><Relationship Id="rId9" Type="http://schemas.openxmlformats.org/officeDocument/2006/relationships/slideMaster" Target="slideMasters/slideMaster9.xml"/><Relationship Id="rId14" Type="http://schemas.openxmlformats.org/officeDocument/2006/relationships/slide" Target="slides/slide4.xml"/><Relationship Id="rId22" Type="http://schemas.openxmlformats.org/officeDocument/2006/relationships/slide" Target="slides/slide12.xml"/><Relationship Id="rId27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12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31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endParaRPr lang="fr-FR"/>
          </a:p>
        </p:txBody>
      </p:sp>
      <p:sp>
        <p:nvSpPr>
          <p:cNvPr id="141315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endParaRPr lang="fr-FR"/>
          </a:p>
        </p:txBody>
      </p:sp>
      <p:sp>
        <p:nvSpPr>
          <p:cNvPr id="141316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endParaRPr lang="fr-FR"/>
          </a:p>
        </p:txBody>
      </p:sp>
      <p:sp>
        <p:nvSpPr>
          <p:cNvPr id="141317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21A49BC3-031B-4C33-8589-78085FFD627D}" type="slidenum">
              <a:rPr lang="fr-FR"/>
              <a:pPr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13865962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1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endParaRPr lang="fr-FR"/>
          </a:p>
        </p:txBody>
      </p:sp>
      <p:sp>
        <p:nvSpPr>
          <p:cNvPr id="10243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endParaRPr lang="fr-FR"/>
          </a:p>
        </p:txBody>
      </p:sp>
      <p:sp>
        <p:nvSpPr>
          <p:cNvPr id="10244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</p:spPr>
      </p:sp>
      <p:sp>
        <p:nvSpPr>
          <p:cNvPr id="10245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10246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endParaRPr lang="fr-FR"/>
          </a:p>
        </p:txBody>
      </p:sp>
      <p:sp>
        <p:nvSpPr>
          <p:cNvPr id="10247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810B4093-417D-40B4-8306-17BD26F8DB65}" type="slidenum">
              <a:rPr lang="fr-FR"/>
              <a:pPr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740618803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10B4093-417D-40B4-8306-17BD26F8DB65}" type="slidenum">
              <a:rPr lang="fr-FR" smtClean="0"/>
              <a:pPr/>
              <a:t>1</a:t>
            </a:fld>
            <a:endParaRPr lang="fr-FR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10B4093-417D-40B4-8306-17BD26F8DB65}" type="slidenum">
              <a:rPr lang="fr-FR" smtClean="0"/>
              <a:pPr/>
              <a:t>3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08594359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391EB6-5FF7-86BE-DF5C-B9A3F1487B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DA4829E-5DE9-F095-37B3-6486165DD7B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F612FDF-1D6D-13CB-8664-1596B042D35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CN" dirty="0"/>
              <a:t>华为鸿蒙系统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517040E-823B-1E43-07C2-0BC33C1CFBC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10B4093-417D-40B4-8306-17BD26F8DB65}" type="slidenum">
              <a:rPr lang="fr-FR" smtClean="0"/>
              <a:pPr/>
              <a:t>4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36270906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DE451B-ECC0-7B60-9423-51624F9B92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A885461-ACEF-5AA9-2ACC-7BB6E9759B6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A2C6C35-B623-8A9B-E290-D98117714A7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24347A2-58AE-1A40-371E-7AD0F295AA2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10B4093-417D-40B4-8306-17BD26F8DB65}" type="slidenum">
              <a:rPr lang="fr-FR" smtClean="0"/>
              <a:pPr/>
              <a:t>5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81577697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B57B66-B96B-6064-0AF6-D9B86DF19C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8B20FF0-8E05-DA9A-D5B2-044B644EC89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1F04D1E-D15F-DC61-11EC-58E71E885CF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33188C1-4F2A-0A81-A2A3-59694B3319F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10B4093-417D-40B4-8306-17BD26F8DB65}" type="slidenum">
              <a:rPr lang="fr-FR" smtClean="0"/>
              <a:pPr/>
              <a:t>6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83785405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07AF04-0083-C899-BADB-D405EDB20E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DA30746-7669-1E68-4762-FC6CC1994D7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1B85439-3BF3-AE33-7377-CDAEA957870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0B52F8D-2F92-7198-97A7-13DD105A64B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10B4093-417D-40B4-8306-17BD26F8DB65}" type="slidenum">
              <a:rPr lang="fr-FR" smtClean="0"/>
              <a:pPr/>
              <a:t>7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57443516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A01D03-7B33-1327-4D46-DB9E61C5CF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0938174-8739-8DFC-D479-DD8E6503E73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275A2AF-C22C-3B00-A086-752813749C8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BD29404-1938-7AE2-2A32-A3AF89ADDE2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10B4093-417D-40B4-8306-17BD26F8DB65}" type="slidenum">
              <a:rPr lang="fr-FR" smtClean="0"/>
              <a:pPr/>
              <a:t>8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27246868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5D6C8C-2A0C-146F-CC75-CA6328ABB5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B970C28-1C96-415F-6451-3AC98034C8A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E0FA8D0-6100-5AAE-B0F9-F0A0B24427C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3669430-8FA0-6863-DC72-D95C747CBC3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10B4093-417D-40B4-8306-17BD26F8DB65}" type="slidenum">
              <a:rPr lang="fr-FR" smtClean="0"/>
              <a:pPr/>
              <a:t>9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66725717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8F8C42-33FA-46DF-CE38-0F96E1CD71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D60076E-72ED-C7DF-496E-BF6BE5FD309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EF0FE2A-3731-90A6-AA09-CA088618093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E513F36-8056-66AE-754C-894B9AAD822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10B4093-417D-40B4-8306-17BD26F8DB65}" type="slidenum">
              <a:rPr lang="fr-FR" smtClean="0"/>
              <a:pPr/>
              <a:t>10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92664330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27BC37-716D-31F2-F3E3-B6CF3B3B78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71B9E1E-0A7A-A8EA-9318-A8452B4CA70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91942B5-4D20-0F4D-4463-C29A09BFF8B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E52DF48-3A27-8F55-AA98-68E000085CD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10B4093-417D-40B4-8306-17BD26F8DB65}" type="slidenum">
              <a:rPr lang="fr-FR" smtClean="0"/>
              <a:pPr/>
              <a:t>11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57985713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3C65AE-39D1-9219-FD21-0CDDB8BE6C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2C4260E-DC3D-E153-EE6B-C8203B1DC40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8E0E99A-94DD-9182-3C9E-1FAC860D95C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6BFFFEC-DC0A-3BBB-FB47-7D6FBFB5131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10B4093-417D-40B4-8306-17BD26F8DB65}" type="slidenum">
              <a:rPr lang="fr-FR" smtClean="0"/>
              <a:pPr/>
              <a:t>12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25779821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2C374B-F75B-2FED-9F39-E98A839C1B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123A81A-41EA-0866-DF4B-85D5069AAEF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B2BE91B-0DBB-AB14-35DE-50DCE844A9E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6EE2869-534F-767B-58CE-94E96E161A9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10B4093-417D-40B4-8306-17BD26F8DB65}" type="slidenum">
              <a:rPr lang="fr-FR" smtClean="0"/>
              <a:pPr/>
              <a:t>13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9012613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4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Master" Target="../slideMasters/slideMaster5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Master" Target="../slideMasters/slideMaster6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Master" Target="../slideMasters/slideMaster7.xml"/></Relationships>
</file>

<file path=ppt/slideLayouts/_rels/slideLayout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Master" Target="../slideMasters/slideMaster8.xml"/></Relationships>
</file>

<file path=ppt/slideLayouts/_rels/slideLayout7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jpeg"/><Relationship Id="rId1" Type="http://schemas.openxmlformats.org/officeDocument/2006/relationships/slideMaster" Target="../slideMasters/slideMaster9.xml"/></Relationships>
</file>

<file path=ppt/slideLayouts/_rels/slideLayout9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Master" Target="../slideMasters/slideMaster9.xml"/></Relationships>
</file>

<file path=ppt/slideLayouts/_rels/slideLayout9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0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0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eg"/><Relationship Id="rId1" Type="http://schemas.openxmlformats.org/officeDocument/2006/relationships/slideMaster" Target="../slideMasters/slideMaster10.xml"/></Relationships>
</file>

<file path=ppt/slideLayouts/_rels/slideLayout10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0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0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0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0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0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0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0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 5" descr="Image1a.png"/>
          <p:cNvPicPr>
            <a:picLocks noChangeAspect="1"/>
          </p:cNvPicPr>
          <p:nvPr userDrawn="1"/>
        </p:nvPicPr>
        <p:blipFill>
          <a:blip r:embed="rId2" cstate="print"/>
          <a:stretch>
            <a:fillRect/>
          </a:stretch>
        </p:blipFill>
        <p:spPr>
          <a:xfrm>
            <a:off x="2028" y="0"/>
            <a:ext cx="9139943" cy="6858000"/>
          </a:xfrm>
          <a:prstGeom prst="rect">
            <a:avLst/>
          </a:prstGeom>
        </p:spPr>
      </p:pic>
      <p:sp>
        <p:nvSpPr>
          <p:cNvPr id="48132" name="Rectangle 4"/>
          <p:cNvSpPr>
            <a:spLocks noGrp="1" noChangeArrowheads="1"/>
          </p:cNvSpPr>
          <p:nvPr>
            <p:ph type="ctrTitle"/>
          </p:nvPr>
        </p:nvSpPr>
        <p:spPr bwMode="white">
          <a:xfrm>
            <a:off x="1006475" y="2924175"/>
            <a:ext cx="7626350" cy="1976438"/>
          </a:xfrm>
        </p:spPr>
        <p:txBody>
          <a:bodyPr anchor="b"/>
          <a:lstStyle>
            <a:lvl1pPr>
              <a:lnSpc>
                <a:spcPct val="90000"/>
              </a:lnSpc>
              <a:defRPr sz="3800"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48133" name="Rectangle 5"/>
          <p:cNvSpPr>
            <a:spLocks noGrp="1" noChangeArrowheads="1"/>
          </p:cNvSpPr>
          <p:nvPr>
            <p:ph type="subTitle" idx="1"/>
          </p:nvPr>
        </p:nvSpPr>
        <p:spPr bwMode="white">
          <a:xfrm>
            <a:off x="1006475" y="4965700"/>
            <a:ext cx="7626350" cy="1435100"/>
          </a:xfrm>
        </p:spPr>
        <p:txBody>
          <a:bodyPr/>
          <a:lstStyle>
            <a:lvl1pPr>
              <a:lnSpc>
                <a:spcPct val="100000"/>
              </a:lnSpc>
              <a:defRPr sz="2300" b="1"/>
            </a:lvl1pPr>
          </a:lstStyle>
          <a:p>
            <a:r>
              <a:rPr lang="fr-FR"/>
              <a:t>Cliquez pour modifier le style des sous-titres du masque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/>
              <a:t>- </a:t>
            </a:r>
            <a:fld id="{40F66D81-2826-43C8-9ADF-C135F973A6F4}" type="slidenum">
              <a:rPr lang="fr-FR"/>
              <a:pPr/>
              <a:t>‹#›</a:t>
            </a:fld>
            <a:endParaRPr lang="fr-FR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/>
              <a:t>- </a:t>
            </a:r>
            <a:fld id="{62FB57B9-DF10-4C65-9B7D-0287C9A14EA9}" type="slidenum">
              <a:rPr lang="fr-FR"/>
              <a:pPr/>
              <a:t>‹#›</a:t>
            </a:fld>
            <a:endParaRPr lang="fr-FR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1349375" y="1844675"/>
            <a:ext cx="3694113" cy="461327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5195888" y="1844675"/>
            <a:ext cx="3694112" cy="461327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/>
              <a:t>- </a:t>
            </a:r>
            <a:fld id="{2AE5239D-C5F8-420F-A434-F8D71104F697}" type="slidenum">
              <a:rPr lang="fr-FR"/>
              <a:pPr/>
              <a:t>‹#›</a:t>
            </a:fld>
            <a:endParaRPr lang="fr-FR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fr-FR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fr-FR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/>
              <a:t>- </a:t>
            </a:r>
            <a:fld id="{CFE19020-1371-40F0-B531-D52CB7AC91B6}" type="slidenum">
              <a:rPr lang="fr-FR"/>
              <a:pPr/>
              <a:t>‹#›</a:t>
            </a:fld>
            <a:endParaRPr lang="fr-FR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fr-FR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fr-FR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/>
              <a:t>- </a:t>
            </a:r>
            <a:fld id="{4A378A28-5308-407B-91BB-F1D3A9E4C539}" type="slidenum">
              <a:rPr lang="fr-FR"/>
              <a:pPr/>
              <a:t>‹#›</a:t>
            </a:fld>
            <a:endParaRPr lang="fr-FR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fr-FR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/>
              <a:t>- </a:t>
            </a:r>
            <a:fld id="{C6D51E56-169D-4F5D-987D-D75ED880B164}" type="slidenum">
              <a:rPr lang="fr-FR"/>
              <a:pPr/>
              <a:t>‹#›</a:t>
            </a:fld>
            <a:endParaRPr lang="fr-FR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/>
              <a:t>- </a:t>
            </a:r>
            <a:fld id="{B3642142-7205-4320-BC09-91FF91611219}" type="slidenum">
              <a:rPr lang="fr-FR"/>
              <a:pPr/>
              <a:t>‹#›</a:t>
            </a:fld>
            <a:endParaRPr lang="fr-FR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r-FR"/>
              <a:t>Cliquez sur l'icône pour ajouter une image</a:t>
            </a:r>
            <a:endParaRPr lang="fr-FR" dirty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/>
              <a:t>- </a:t>
            </a:r>
            <a:fld id="{74424F72-24CA-494D-832B-7EF534D6C699}" type="slidenum">
              <a:rPr lang="fr-FR"/>
              <a:pPr/>
              <a:t>‹#›</a:t>
            </a:fld>
            <a:endParaRPr lang="fr-FR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/>
              <a:t>- </a:t>
            </a:r>
            <a:fld id="{DA8CEAAE-D5C4-44E3-AA91-CB39337F5382}" type="slidenum">
              <a:rPr lang="fr-FR"/>
              <a:pPr/>
              <a:t>‹#›</a:t>
            </a:fld>
            <a:endParaRPr lang="fr-FR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7005638" y="474663"/>
            <a:ext cx="1884362" cy="5983287"/>
          </a:xfrm>
        </p:spPr>
        <p:txBody>
          <a:bodyPr vert="eaVert"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1349375" y="474663"/>
            <a:ext cx="5503863" cy="5983287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/>
              <a:t>- </a:t>
            </a:r>
            <a:fld id="{F0F9E34F-CFFF-47D3-9200-956FBB25121E}" type="slidenum">
              <a:rPr lang="fr-FR"/>
              <a:pPr/>
              <a:t>‹#›</a:t>
            </a:fld>
            <a:endParaRPr lang="fr-FR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e de titre">
    <p:bg>
      <p:bgPr>
        <a:solidFill>
          <a:srgbClr val="DDDDD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676" name="Rectangle 4"/>
          <p:cNvSpPr>
            <a:spLocks noGrp="1" noChangeArrowheads="1"/>
          </p:cNvSpPr>
          <p:nvPr>
            <p:ph type="ctrTitle"/>
          </p:nvPr>
        </p:nvSpPr>
        <p:spPr bwMode="white">
          <a:xfrm>
            <a:off x="1006475" y="2925763"/>
            <a:ext cx="7626350" cy="1976437"/>
          </a:xfrm>
        </p:spPr>
        <p:txBody>
          <a:bodyPr anchor="b"/>
          <a:lstStyle>
            <a:lvl1pPr>
              <a:lnSpc>
                <a:spcPct val="90000"/>
              </a:lnSpc>
              <a:defRPr sz="3800">
                <a:solidFill>
                  <a:schemeClr val="bg1"/>
                </a:solidFill>
              </a:defRPr>
            </a:lvl1pPr>
          </a:lstStyle>
          <a:p>
            <a:r>
              <a:rPr lang="fr-FR" dirty="0"/>
              <a:t>Cliquez pour modifier le style du titre</a:t>
            </a:r>
          </a:p>
        </p:txBody>
      </p:sp>
      <p:sp>
        <p:nvSpPr>
          <p:cNvPr id="156677" name="Rectangle 5"/>
          <p:cNvSpPr>
            <a:spLocks noGrp="1" noChangeArrowheads="1"/>
          </p:cNvSpPr>
          <p:nvPr>
            <p:ph type="subTitle" idx="1"/>
          </p:nvPr>
        </p:nvSpPr>
        <p:spPr bwMode="white">
          <a:xfrm>
            <a:off x="1006475" y="4965700"/>
            <a:ext cx="7626350" cy="1436688"/>
          </a:xfrm>
        </p:spPr>
        <p:txBody>
          <a:bodyPr/>
          <a:lstStyle>
            <a:lvl1pPr>
              <a:lnSpc>
                <a:spcPct val="100000"/>
              </a:lnSpc>
              <a:defRPr sz="2300" b="1">
                <a:solidFill>
                  <a:schemeClr val="bg1"/>
                </a:solidFill>
              </a:defRPr>
            </a:lvl1pPr>
          </a:lstStyle>
          <a:p>
            <a:r>
              <a:rPr lang="fr-FR"/>
              <a:t>Cliquez pour modifier le style des sous-titres du masque</a:t>
            </a:r>
          </a:p>
        </p:txBody>
      </p:sp>
      <p:pic>
        <p:nvPicPr>
          <p:cNvPr id="5" name="Image 4" descr="Image4.png"/>
          <p:cNvPicPr>
            <a:picLocks noChangeAspect="1"/>
          </p:cNvPicPr>
          <p:nvPr userDrawn="1"/>
        </p:nvPicPr>
        <p:blipFill>
          <a:blip r:embed="rId2" cstate="print"/>
          <a:stretch>
            <a:fillRect/>
          </a:stretch>
        </p:blipFill>
        <p:spPr>
          <a:xfrm>
            <a:off x="521715" y="0"/>
            <a:ext cx="4276969" cy="3550124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/>
              <a:t>- </a:t>
            </a:r>
            <a:fld id="{CB96E5EA-9A39-41BD-9A29-91F3B76FE71B}" type="slidenum">
              <a:rPr lang="fr-FR"/>
              <a:pPr/>
              <a:t>‹#›</a:t>
            </a:fld>
            <a:endParaRPr lang="fr-FR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/>
              <a:t>- </a:t>
            </a:r>
            <a:fld id="{74D2908C-F4B0-44F4-A890-C7F4F2E71762}" type="slidenum">
              <a:rPr lang="fr-FR"/>
              <a:pPr/>
              <a:t>‹#›</a:t>
            </a:fld>
            <a:endParaRPr lang="fr-FR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1349375" y="2187575"/>
            <a:ext cx="3694113" cy="42037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5195888" y="2187575"/>
            <a:ext cx="3694112" cy="42037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/>
              <a:t>- </a:t>
            </a:r>
            <a:fld id="{69FE9FAB-8D58-4EDA-B1D0-D6D3DC3BBF66}" type="slidenum">
              <a:rPr lang="fr-FR"/>
              <a:pPr/>
              <a:t>‹#›</a:t>
            </a:fld>
            <a:endParaRPr lang="fr-FR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fr-FR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fr-FR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/>
              <a:t>- </a:t>
            </a:r>
            <a:fld id="{75D72B8C-8549-4250-A439-6D8A9A110E07}" type="slidenum">
              <a:rPr lang="fr-FR"/>
              <a:pPr/>
              <a:t>‹#›</a:t>
            </a:fld>
            <a:endParaRPr lang="fr-FR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fr-FR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fr-FR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/>
              <a:t>- </a:t>
            </a:r>
            <a:fld id="{95B6F255-1CF7-4920-AA2B-3927F4EE7697}" type="slidenum">
              <a:rPr lang="fr-FR"/>
              <a:pPr/>
              <a:t>‹#›</a:t>
            </a:fld>
            <a:endParaRPr lang="fr-FR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fr-FR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/>
              <a:t>- </a:t>
            </a:r>
            <a:fld id="{5F9631DF-740D-4FFE-AC90-0286E749C09F}" type="slidenum">
              <a:rPr lang="fr-FR"/>
              <a:pPr/>
              <a:t>‹#›</a:t>
            </a:fld>
            <a:endParaRPr lang="fr-FR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/>
              <a:t>- </a:t>
            </a:r>
            <a:fld id="{E5A760A0-2F0C-4EF0-A09D-F6420038B7D1}" type="slidenum">
              <a:rPr lang="fr-FR"/>
              <a:pPr/>
              <a:t>‹#›</a:t>
            </a:fld>
            <a:endParaRPr lang="fr-FR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/>
              <a:t>- </a:t>
            </a:r>
            <a:fld id="{60F115DC-838A-4765-B04F-D549526DE697}" type="slidenum">
              <a:rPr lang="fr-FR"/>
              <a:pPr/>
              <a:t>‹#›</a:t>
            </a:fld>
            <a:endParaRPr lang="fr-FR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/>
              <a:t>- </a:t>
            </a:r>
            <a:fld id="{7AAA2D3A-C2F9-4F49-8D86-A5CE9C13071C}" type="slidenum">
              <a:rPr lang="fr-FR"/>
              <a:pPr/>
              <a:t>‹#›</a:t>
            </a:fld>
            <a:endParaRPr lang="fr-FR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7005638" y="474663"/>
            <a:ext cx="1884362" cy="5916612"/>
          </a:xfrm>
        </p:spPr>
        <p:txBody>
          <a:bodyPr vert="eaVert"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1349375" y="474663"/>
            <a:ext cx="5503863" cy="5916612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/>
              <a:t>- </a:t>
            </a:r>
            <a:fld id="{A34B3E26-A0FC-40E6-B5A0-7452D719FA06}" type="slidenum">
              <a:rPr lang="fr-FR"/>
              <a:pPr/>
              <a:t>‹#›</a:t>
            </a:fld>
            <a:endParaRPr lang="fr-FR"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 6" descr="Image3.png"/>
          <p:cNvPicPr>
            <a:picLocks noChangeAspect="1"/>
          </p:cNvPicPr>
          <p:nvPr userDrawn="1"/>
        </p:nvPicPr>
        <p:blipFill>
          <a:blip r:embed="rId2" cstate="print"/>
          <a:stretch>
            <a:fillRect/>
          </a:stretch>
        </p:blipFill>
        <p:spPr>
          <a:xfrm>
            <a:off x="2028" y="0"/>
            <a:ext cx="9139943" cy="6858000"/>
          </a:xfrm>
          <a:prstGeom prst="rect">
            <a:avLst/>
          </a:prstGeom>
        </p:spPr>
      </p:pic>
      <p:sp>
        <p:nvSpPr>
          <p:cNvPr id="66563" name="Rectangle 3"/>
          <p:cNvSpPr>
            <a:spLocks noGrp="1" noChangeArrowheads="1"/>
          </p:cNvSpPr>
          <p:nvPr>
            <p:ph type="ctrTitle"/>
          </p:nvPr>
        </p:nvSpPr>
        <p:spPr bwMode="white">
          <a:xfrm>
            <a:off x="1006475" y="2924175"/>
            <a:ext cx="7626350" cy="1976438"/>
          </a:xfrm>
        </p:spPr>
        <p:txBody>
          <a:bodyPr anchor="b"/>
          <a:lstStyle>
            <a:lvl1pPr algn="l">
              <a:lnSpc>
                <a:spcPct val="90000"/>
              </a:lnSpc>
              <a:defRPr sz="3800"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66564" name="Rectangle 4"/>
          <p:cNvSpPr>
            <a:spLocks noGrp="1" noChangeArrowheads="1"/>
          </p:cNvSpPr>
          <p:nvPr>
            <p:ph type="subTitle" idx="1"/>
          </p:nvPr>
        </p:nvSpPr>
        <p:spPr bwMode="white">
          <a:xfrm>
            <a:off x="1006475" y="4965700"/>
            <a:ext cx="7626350" cy="844550"/>
          </a:xfrm>
        </p:spPr>
        <p:txBody>
          <a:bodyPr anchor="t"/>
          <a:lstStyle>
            <a:lvl1pPr>
              <a:lnSpc>
                <a:spcPct val="100000"/>
              </a:lnSpc>
              <a:defRPr sz="2300"/>
            </a:lvl1pPr>
          </a:lstStyle>
          <a:p>
            <a:r>
              <a:rPr lang="fr-FR"/>
              <a:t>Cliquez pour modifier le style des sous-titres du masque</a:t>
            </a:r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/>
          <a:lstStyle>
            <a:lvl1pPr algn="l">
              <a:defRPr sz="4000" b="1" cap="all"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4572000" y="4187825"/>
            <a:ext cx="2082800" cy="215582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6807200" y="4187825"/>
            <a:ext cx="2082800" cy="215582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731000" y="2924175"/>
            <a:ext cx="2159000" cy="3419475"/>
          </a:xfrm>
        </p:spPr>
        <p:txBody>
          <a:bodyPr vert="eaVert"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254000" y="2924175"/>
            <a:ext cx="6324600" cy="3419475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53" name="Picture 9" descr="fond_chapitre_rouge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</p:spPr>
      </p:pic>
      <p:sp>
        <p:nvSpPr>
          <p:cNvPr id="6149" name="Rectangle 5"/>
          <p:cNvSpPr>
            <a:spLocks noGrp="1" noChangeArrowheads="1"/>
          </p:cNvSpPr>
          <p:nvPr>
            <p:ph type="ftr" sz="quarter" idx="3"/>
          </p:nvPr>
        </p:nvSpPr>
        <p:spPr bwMode="gray"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fr-FR"/>
          </a:p>
        </p:txBody>
      </p:sp>
      <p:sp>
        <p:nvSpPr>
          <p:cNvPr id="6146" name="Rectangle 2"/>
          <p:cNvSpPr>
            <a:spLocks noGrp="1" noChangeArrowheads="1"/>
          </p:cNvSpPr>
          <p:nvPr>
            <p:ph type="ctrTitle"/>
          </p:nvPr>
        </p:nvSpPr>
        <p:spPr bwMode="white">
          <a:xfrm>
            <a:off x="1349375" y="3429000"/>
            <a:ext cx="7486650" cy="696913"/>
          </a:xfrm>
        </p:spPr>
        <p:txBody>
          <a:bodyPr anchor="b"/>
          <a:lstStyle>
            <a:lvl1pPr>
              <a:defRPr sz="3300">
                <a:solidFill>
                  <a:schemeClr val="bg1"/>
                </a:solidFill>
              </a:defRPr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6147" name="Rectangle 3"/>
          <p:cNvSpPr>
            <a:spLocks noGrp="1" noChangeArrowheads="1"/>
          </p:cNvSpPr>
          <p:nvPr>
            <p:ph type="subTitle" idx="1"/>
          </p:nvPr>
        </p:nvSpPr>
        <p:spPr bwMode="white">
          <a:xfrm>
            <a:off x="1349375" y="4191000"/>
            <a:ext cx="7486650" cy="2209800"/>
          </a:xfrm>
        </p:spPr>
        <p:txBody>
          <a:bodyPr/>
          <a:lstStyle>
            <a:lvl1pPr>
              <a:lnSpc>
                <a:spcPct val="100000"/>
              </a:lnSpc>
              <a:defRPr sz="2300" b="1">
                <a:solidFill>
                  <a:schemeClr val="bg1"/>
                </a:solidFill>
              </a:defRPr>
            </a:lvl1pPr>
          </a:lstStyle>
          <a:p>
            <a:r>
              <a:rPr lang="fr-FR"/>
              <a:t>Cliquez pour modifier le style des sous-titres du masque</a:t>
            </a:r>
          </a:p>
        </p:txBody>
      </p:sp>
      <p:sp>
        <p:nvSpPr>
          <p:cNvPr id="6148" name="Rectangle 4"/>
          <p:cNvSpPr>
            <a:spLocks noGrp="1" noChangeArrowheads="1"/>
          </p:cNvSpPr>
          <p:nvPr>
            <p:ph type="dt" sz="half" idx="2"/>
          </p:nvPr>
        </p:nvSpPr>
        <p:spPr bwMode="gray">
          <a:xfrm>
            <a:off x="6578600" y="6488113"/>
            <a:ext cx="2011363" cy="27305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fr-FR"/>
          </a:p>
        </p:txBody>
      </p:sp>
      <p:sp>
        <p:nvSpPr>
          <p:cNvPr id="6154" name="Rectangle 10"/>
          <p:cNvSpPr>
            <a:spLocks noGrp="1" noChangeArrowheads="1"/>
          </p:cNvSpPr>
          <p:nvPr>
            <p:ph type="sldNum" sz="quarter" idx="4"/>
          </p:nvPr>
        </p:nvSpPr>
        <p:spPr bwMode="gray"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fr-FR"/>
              <a:t>- </a:t>
            </a:r>
            <a:fld id="{2FC1BD64-33E6-4B15-B126-C6A2B9AD3F84}" type="slidenum">
              <a:rPr lang="fr-FR"/>
              <a:pPr/>
              <a:t>‹#›</a:t>
            </a:fld>
            <a:endParaRPr lang="fr-FR"/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/>
              <a:t>- </a:t>
            </a:r>
            <a:fld id="{E9AAAE72-8ED8-411E-B5A3-C3E479FF046F}" type="slidenum">
              <a:rPr lang="fr-FR"/>
              <a:pPr/>
              <a:t>‹#›</a:t>
            </a:fld>
            <a:endParaRPr lang="fr-FR"/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/>
              <a:t>- </a:t>
            </a:r>
            <a:fld id="{E83170B7-652C-475A-9693-7C7A0E618AA5}" type="slidenum">
              <a:rPr lang="fr-FR"/>
              <a:pPr/>
              <a:t>‹#›</a:t>
            </a:fld>
            <a:endParaRPr lang="fr-FR"/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1349375" y="1673225"/>
            <a:ext cx="3694113" cy="474662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5195888" y="1673225"/>
            <a:ext cx="3694112" cy="474662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/>
              <a:t>- </a:t>
            </a:r>
            <a:fld id="{B0F0A551-DCFF-4264-B44A-887CFA92D035}" type="slidenum">
              <a:rPr lang="fr-FR"/>
              <a:pPr/>
              <a:t>‹#›</a:t>
            </a:fld>
            <a:endParaRPr lang="fr-FR"/>
          </a:p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fr-FR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fr-FR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/>
              <a:t>- </a:t>
            </a:r>
            <a:fld id="{6AE53AAC-63DC-44E0-AE6A-C6F84E9927FB}" type="slidenum">
              <a:rPr lang="fr-FR"/>
              <a:pPr/>
              <a:t>‹#›</a:t>
            </a:fld>
            <a:endParaRPr lang="fr-FR"/>
          </a:p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fr-FR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fr-FR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/>
              <a:t>- </a:t>
            </a:r>
            <a:fld id="{243DB5BE-3769-4C7B-9200-1518F7FBD865}" type="slidenum">
              <a:rPr lang="fr-FR"/>
              <a:pPr/>
              <a:t>‹#›</a:t>
            </a:fld>
            <a:endParaRPr lang="fr-FR"/>
          </a:p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fr-FR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/>
              <a:t>- </a:t>
            </a:r>
            <a:fld id="{79D65488-92FB-4279-87E0-5E752D87A098}" type="slidenum">
              <a:rPr lang="fr-FR"/>
              <a:pPr/>
              <a:t>‹#›</a:t>
            </a:fld>
            <a:endParaRPr lang="fr-FR"/>
          </a:p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/>
              <a:t>- </a:t>
            </a:r>
            <a:fld id="{83889A01-06BD-42A1-AA53-EE679D1FDF69}" type="slidenum">
              <a:rPr lang="fr-FR"/>
              <a:pPr/>
              <a:t>‹#›</a:t>
            </a:fld>
            <a:endParaRPr lang="fr-FR"/>
          </a:p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/>
              <a:t>- </a:t>
            </a:r>
            <a:fld id="{5645D028-B468-41E1-854C-3AF7E7E4B2AA}" type="slidenum">
              <a:rPr lang="fr-FR"/>
              <a:pPr/>
              <a:t>‹#›</a:t>
            </a:fld>
            <a:endParaRPr lang="fr-FR"/>
          </a:p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/>
              <a:t>- </a:t>
            </a:r>
            <a:fld id="{91F41486-4431-453A-B828-7CAB6F861323}" type="slidenum">
              <a:rPr lang="fr-FR"/>
              <a:pPr/>
              <a:t>‹#›</a:t>
            </a:fld>
            <a:endParaRPr lang="fr-FR"/>
          </a:p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7005638" y="350838"/>
            <a:ext cx="1884362" cy="6069012"/>
          </a:xfrm>
        </p:spPr>
        <p:txBody>
          <a:bodyPr vert="eaVert"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1349375" y="350838"/>
            <a:ext cx="5503863" cy="6069012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/>
              <a:t>- </a:t>
            </a:r>
            <a:fld id="{E824320B-F797-48B5-BDE8-49393DEE2BA4}" type="slidenum">
              <a:rPr lang="fr-FR"/>
              <a:pPr/>
              <a:t>‹#›</a:t>
            </a:fld>
            <a:endParaRPr lang="fr-FR"/>
          </a:p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295" name="Picture 7" descr="fond_chapitre_bleu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</p:spPr>
      </p:pic>
      <p:sp>
        <p:nvSpPr>
          <p:cNvPr id="12291" name="Rectangle 3"/>
          <p:cNvSpPr>
            <a:spLocks noGrp="1" noChangeArrowheads="1"/>
          </p:cNvSpPr>
          <p:nvPr>
            <p:ph type="ftr" sz="quarter" idx="3"/>
          </p:nvPr>
        </p:nvSpPr>
        <p:spPr bwMode="gray"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fr-FR"/>
          </a:p>
        </p:txBody>
      </p:sp>
      <p:sp>
        <p:nvSpPr>
          <p:cNvPr id="12292" name="Rectangle 4"/>
          <p:cNvSpPr>
            <a:spLocks noGrp="1" noChangeArrowheads="1"/>
          </p:cNvSpPr>
          <p:nvPr>
            <p:ph type="ctrTitle"/>
          </p:nvPr>
        </p:nvSpPr>
        <p:spPr bwMode="white">
          <a:xfrm>
            <a:off x="1349375" y="3429000"/>
            <a:ext cx="7486650" cy="696913"/>
          </a:xfrm>
        </p:spPr>
        <p:txBody>
          <a:bodyPr anchor="b"/>
          <a:lstStyle>
            <a:lvl1pPr>
              <a:defRPr sz="3300">
                <a:solidFill>
                  <a:schemeClr val="bg1"/>
                </a:solidFill>
              </a:defRPr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12293" name="Rectangle 5"/>
          <p:cNvSpPr>
            <a:spLocks noGrp="1" noChangeArrowheads="1"/>
          </p:cNvSpPr>
          <p:nvPr>
            <p:ph type="subTitle" idx="1"/>
          </p:nvPr>
        </p:nvSpPr>
        <p:spPr bwMode="white">
          <a:xfrm>
            <a:off x="1349375" y="4191000"/>
            <a:ext cx="7486650" cy="2209800"/>
          </a:xfrm>
        </p:spPr>
        <p:txBody>
          <a:bodyPr/>
          <a:lstStyle>
            <a:lvl1pPr>
              <a:lnSpc>
                <a:spcPct val="100000"/>
              </a:lnSpc>
              <a:defRPr sz="2300" b="1">
                <a:solidFill>
                  <a:schemeClr val="bg1"/>
                </a:solidFill>
              </a:defRPr>
            </a:lvl1pPr>
          </a:lstStyle>
          <a:p>
            <a:r>
              <a:rPr lang="fr-FR"/>
              <a:t>Cliquez pour modifier le style des sous-titres du masque</a:t>
            </a:r>
          </a:p>
        </p:txBody>
      </p:sp>
      <p:sp>
        <p:nvSpPr>
          <p:cNvPr id="12294" name="Rectangle 6"/>
          <p:cNvSpPr>
            <a:spLocks noGrp="1" noChangeArrowheads="1"/>
          </p:cNvSpPr>
          <p:nvPr>
            <p:ph type="dt" sz="half" idx="2"/>
          </p:nvPr>
        </p:nvSpPr>
        <p:spPr bwMode="gray">
          <a:xfrm>
            <a:off x="6578600" y="6488113"/>
            <a:ext cx="2011363" cy="27305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fr-FR"/>
          </a:p>
        </p:txBody>
      </p:sp>
      <p:sp>
        <p:nvSpPr>
          <p:cNvPr id="12296" name="Rectangle 8"/>
          <p:cNvSpPr>
            <a:spLocks noGrp="1" noChangeArrowheads="1"/>
          </p:cNvSpPr>
          <p:nvPr>
            <p:ph type="sldNum" sz="quarter" idx="4"/>
          </p:nvPr>
        </p:nvSpPr>
        <p:spPr bwMode="gray"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fr-FR"/>
              <a:t>- </a:t>
            </a:r>
            <a:fld id="{013C5982-D9A0-44D8-ADD2-7E9A74AF4524}" type="slidenum">
              <a:rPr lang="fr-FR"/>
              <a:pPr/>
              <a:t>‹#›</a:t>
            </a:fld>
            <a:endParaRPr lang="fr-FR"/>
          </a:p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/>
              <a:t>- </a:t>
            </a:r>
            <a:fld id="{29F07387-559F-4DBE-9983-85DFA6CB207A}" type="slidenum">
              <a:rPr lang="fr-FR"/>
              <a:pPr/>
              <a:t>‹#›</a:t>
            </a:fld>
            <a:endParaRPr lang="fr-FR"/>
          </a:p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/>
              <a:t>- </a:t>
            </a:r>
            <a:fld id="{30CF6339-85F2-4260-8CE1-F15808D58456}" type="slidenum">
              <a:rPr lang="fr-FR"/>
              <a:pPr/>
              <a:t>‹#›</a:t>
            </a:fld>
            <a:endParaRPr lang="fr-FR"/>
          </a:p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1349375" y="1673225"/>
            <a:ext cx="3694113" cy="474662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5195888" y="1673225"/>
            <a:ext cx="3694112" cy="474662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/>
              <a:t>- </a:t>
            </a:r>
            <a:fld id="{724A8D62-D0F2-48A8-B2EF-A0D0634EDD70}" type="slidenum">
              <a:rPr lang="fr-FR"/>
              <a:pPr/>
              <a:t>‹#›</a:t>
            </a:fld>
            <a:endParaRPr lang="fr-FR"/>
          </a:p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fr-FR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fr-FR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/>
              <a:t>- </a:t>
            </a:r>
            <a:fld id="{2B75C3BA-78A6-4A7A-8009-AEEACD9E6BD9}" type="slidenum">
              <a:rPr lang="fr-FR"/>
              <a:pPr/>
              <a:t>‹#›</a:t>
            </a:fld>
            <a:endParaRPr lang="fr-FR"/>
          </a:p>
        </p:txBody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fr-FR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fr-FR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/>
              <a:t>- </a:t>
            </a:r>
            <a:fld id="{458EB0A9-63DB-4E66-A77A-9DA786F8A4DE}" type="slidenum">
              <a:rPr lang="fr-FR"/>
              <a:pPr/>
              <a:t>‹#›</a:t>
            </a:fld>
            <a:endParaRPr lang="fr-FR"/>
          </a:p>
        </p:txBody>
      </p:sp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fr-FR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/>
              <a:t>- </a:t>
            </a:r>
            <a:fld id="{6AC905F0-1C4A-461E-A1AC-A2E7627E8768}" type="slidenum">
              <a:rPr lang="fr-FR"/>
              <a:pPr/>
              <a:t>‹#›</a:t>
            </a:fld>
            <a:endParaRPr lang="fr-FR"/>
          </a:p>
        </p:txBody>
      </p:sp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/>
              <a:t>- </a:t>
            </a:r>
            <a:fld id="{8BFB6D65-26DB-427B-A7A9-9A79A8F999BE}" type="slidenum">
              <a:rPr lang="fr-FR"/>
              <a:pPr/>
              <a:t>‹#›</a:t>
            </a:fld>
            <a:endParaRPr lang="fr-FR"/>
          </a:p>
        </p:txBody>
      </p:sp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/>
              <a:t>- </a:t>
            </a:r>
            <a:fld id="{4EDB6BEB-F186-44B1-850E-5B6B00B58EA6}" type="slidenum">
              <a:rPr lang="fr-FR"/>
              <a:pPr/>
              <a:t>‹#›</a:t>
            </a:fld>
            <a:endParaRPr lang="fr-FR"/>
          </a:p>
        </p:txBody>
      </p:sp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/>
              <a:t>- </a:t>
            </a:r>
            <a:fld id="{210CBC00-C506-43E5-A960-25B7843BC530}" type="slidenum">
              <a:rPr lang="fr-FR"/>
              <a:pPr/>
              <a:t>‹#›</a:t>
            </a:fld>
            <a:endParaRPr lang="fr-FR"/>
          </a:p>
        </p:txBody>
      </p:sp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7005638" y="350838"/>
            <a:ext cx="1884362" cy="6069012"/>
          </a:xfrm>
        </p:spPr>
        <p:txBody>
          <a:bodyPr vert="eaVert"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1349375" y="350838"/>
            <a:ext cx="5503863" cy="6069012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/>
              <a:t>- </a:t>
            </a:r>
            <a:fld id="{2413687F-4BE6-4220-8C43-C045EDDA58E1}" type="slidenum">
              <a:rPr lang="fr-FR"/>
              <a:pPr/>
              <a:t>‹#›</a:t>
            </a:fld>
            <a:endParaRPr lang="fr-FR"/>
          </a:p>
        </p:txBody>
      </p:sp>
    </p:spTree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343" name="Picture 7" descr="fond_chapitre_vert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</p:spPr>
      </p:pic>
      <p:sp>
        <p:nvSpPr>
          <p:cNvPr id="14339" name="Rectangle 3"/>
          <p:cNvSpPr>
            <a:spLocks noGrp="1" noChangeArrowheads="1"/>
          </p:cNvSpPr>
          <p:nvPr>
            <p:ph type="ftr" sz="quarter" idx="3"/>
          </p:nvPr>
        </p:nvSpPr>
        <p:spPr bwMode="gray"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fr-FR"/>
          </a:p>
        </p:txBody>
      </p:sp>
      <p:sp>
        <p:nvSpPr>
          <p:cNvPr id="14340" name="Rectangle 4"/>
          <p:cNvSpPr>
            <a:spLocks noGrp="1" noChangeArrowheads="1"/>
          </p:cNvSpPr>
          <p:nvPr>
            <p:ph type="ctrTitle"/>
          </p:nvPr>
        </p:nvSpPr>
        <p:spPr bwMode="white">
          <a:xfrm>
            <a:off x="1349375" y="3429000"/>
            <a:ext cx="7486650" cy="696913"/>
          </a:xfrm>
        </p:spPr>
        <p:txBody>
          <a:bodyPr anchor="b"/>
          <a:lstStyle>
            <a:lvl1pPr>
              <a:defRPr sz="3300">
                <a:solidFill>
                  <a:schemeClr val="bg1"/>
                </a:solidFill>
              </a:defRPr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14341" name="Rectangle 5"/>
          <p:cNvSpPr>
            <a:spLocks noGrp="1" noChangeArrowheads="1"/>
          </p:cNvSpPr>
          <p:nvPr>
            <p:ph type="subTitle" idx="1"/>
          </p:nvPr>
        </p:nvSpPr>
        <p:spPr bwMode="white">
          <a:xfrm>
            <a:off x="1349375" y="4191000"/>
            <a:ext cx="7486650" cy="2209800"/>
          </a:xfrm>
        </p:spPr>
        <p:txBody>
          <a:bodyPr/>
          <a:lstStyle>
            <a:lvl1pPr>
              <a:lnSpc>
                <a:spcPct val="100000"/>
              </a:lnSpc>
              <a:defRPr sz="2300" b="1">
                <a:solidFill>
                  <a:schemeClr val="bg1"/>
                </a:solidFill>
              </a:defRPr>
            </a:lvl1pPr>
          </a:lstStyle>
          <a:p>
            <a:r>
              <a:rPr lang="fr-FR"/>
              <a:t>Cliquez pour modifier le style des sous-titres du masque</a:t>
            </a:r>
          </a:p>
        </p:txBody>
      </p:sp>
      <p:sp>
        <p:nvSpPr>
          <p:cNvPr id="14342" name="Rectangle 6"/>
          <p:cNvSpPr>
            <a:spLocks noGrp="1" noChangeArrowheads="1"/>
          </p:cNvSpPr>
          <p:nvPr>
            <p:ph type="dt" sz="half" idx="2"/>
          </p:nvPr>
        </p:nvSpPr>
        <p:spPr bwMode="gray">
          <a:xfrm>
            <a:off x="6578600" y="6488113"/>
            <a:ext cx="2011363" cy="27305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fr-FR"/>
          </a:p>
        </p:txBody>
      </p:sp>
      <p:sp>
        <p:nvSpPr>
          <p:cNvPr id="14344" name="Rectangle 8"/>
          <p:cNvSpPr>
            <a:spLocks noGrp="1" noChangeArrowheads="1"/>
          </p:cNvSpPr>
          <p:nvPr>
            <p:ph type="sldNum" sz="quarter" idx="4"/>
          </p:nvPr>
        </p:nvSpPr>
        <p:spPr bwMode="gray"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fr-FR"/>
              <a:t>- </a:t>
            </a:r>
            <a:fld id="{3659EC67-BB3F-43B4-937D-1948E61DF4CE}" type="slidenum">
              <a:rPr lang="fr-FR"/>
              <a:pPr/>
              <a:t>‹#›</a:t>
            </a:fld>
            <a:endParaRPr lang="fr-FR"/>
          </a:p>
        </p:txBody>
      </p:sp>
    </p:spTree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/>
              <a:t>- </a:t>
            </a:r>
            <a:fld id="{895F95E5-2429-452E-BAEE-65671C7AC377}" type="slidenum">
              <a:rPr lang="fr-FR"/>
              <a:pPr/>
              <a:t>‹#›</a:t>
            </a:fld>
            <a:endParaRPr lang="fr-FR"/>
          </a:p>
        </p:txBody>
      </p:sp>
    </p:spTree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/>
              <a:t>- </a:t>
            </a:r>
            <a:fld id="{ECDDAF99-71A1-4197-AAA6-8949E74DD53D}" type="slidenum">
              <a:rPr lang="fr-FR"/>
              <a:pPr/>
              <a:t>‹#›</a:t>
            </a:fld>
            <a:endParaRPr lang="fr-FR"/>
          </a:p>
        </p:txBody>
      </p:sp>
    </p:spTree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1349375" y="1673225"/>
            <a:ext cx="3694113" cy="474662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5195888" y="1673225"/>
            <a:ext cx="3694112" cy="474662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/>
              <a:t>- </a:t>
            </a:r>
            <a:fld id="{6FC5E530-6D9F-4971-BF65-EEEA5C552C96}" type="slidenum">
              <a:rPr lang="fr-FR"/>
              <a:pPr/>
              <a:t>‹#›</a:t>
            </a:fld>
            <a:endParaRPr lang="fr-FR"/>
          </a:p>
        </p:txBody>
      </p:sp>
    </p:spTree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fr-FR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fr-FR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/>
              <a:t>- </a:t>
            </a:r>
            <a:fld id="{60C8AC7F-46B1-4F8B-8A34-26237FA03CAC}" type="slidenum">
              <a:rPr lang="fr-FR"/>
              <a:pPr/>
              <a:t>‹#›</a:t>
            </a:fld>
            <a:endParaRPr lang="fr-FR"/>
          </a:p>
        </p:txBody>
      </p:sp>
    </p:spTree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fr-FR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fr-FR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/>
              <a:t>- </a:t>
            </a:r>
            <a:fld id="{9C6E7728-BD89-4E80-944D-45F9AC48FB08}" type="slidenum">
              <a:rPr lang="fr-FR"/>
              <a:pPr/>
              <a:t>‹#›</a:t>
            </a:fld>
            <a:endParaRPr lang="fr-FR"/>
          </a:p>
        </p:txBody>
      </p:sp>
    </p:spTree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fr-FR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/>
              <a:t>- </a:t>
            </a:r>
            <a:fld id="{67579D18-8D41-4CDF-B97C-6A1104EF0D4B}" type="slidenum">
              <a:rPr lang="fr-FR"/>
              <a:pPr/>
              <a:t>‹#›</a:t>
            </a:fld>
            <a:endParaRPr lang="fr-FR"/>
          </a:p>
        </p:txBody>
      </p:sp>
    </p:spTree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/>
              <a:t>- </a:t>
            </a:r>
            <a:fld id="{6BE3FA1A-BD98-4D5C-A849-7ECA8E9B0881}" type="slidenum">
              <a:rPr lang="fr-FR"/>
              <a:pPr/>
              <a:t>‹#›</a:t>
            </a:fld>
            <a:endParaRPr lang="fr-FR"/>
          </a:p>
        </p:txBody>
      </p:sp>
    </p:spTree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/>
              <a:t>- </a:t>
            </a:r>
            <a:fld id="{81D7DCC9-30A9-4219-A28C-CC5E7FA01D57}" type="slidenum">
              <a:rPr lang="fr-FR"/>
              <a:pPr/>
              <a:t>‹#›</a:t>
            </a:fld>
            <a:endParaRPr lang="fr-FR"/>
          </a:p>
        </p:txBody>
      </p:sp>
    </p:spTree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/>
              <a:t>- </a:t>
            </a:r>
            <a:fld id="{34835464-9DB6-4243-B6A1-9737B179AB47}" type="slidenum">
              <a:rPr lang="fr-FR"/>
              <a:pPr/>
              <a:t>‹#›</a:t>
            </a:fld>
            <a:endParaRPr lang="fr-FR"/>
          </a:p>
        </p:txBody>
      </p:sp>
    </p:spTree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7005638" y="350838"/>
            <a:ext cx="1884362" cy="6069012"/>
          </a:xfrm>
        </p:spPr>
        <p:txBody>
          <a:bodyPr vert="eaVert"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1349375" y="350838"/>
            <a:ext cx="5503863" cy="6069012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/>
              <a:t>- </a:t>
            </a:r>
            <a:fld id="{A5EE4098-56EF-40B5-9245-B72C46E7835C}" type="slidenum">
              <a:rPr lang="fr-FR"/>
              <a:pPr/>
              <a:t>‹#›</a:t>
            </a:fld>
            <a:endParaRPr lang="fr-FR"/>
          </a:p>
        </p:txBody>
      </p:sp>
    </p:spTree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391" name="Picture 7" descr="fond_chapitre_violet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</p:spPr>
      </p:pic>
      <p:sp>
        <p:nvSpPr>
          <p:cNvPr id="16387" name="Rectangle 3"/>
          <p:cNvSpPr>
            <a:spLocks noGrp="1" noChangeArrowheads="1"/>
          </p:cNvSpPr>
          <p:nvPr>
            <p:ph type="ftr" sz="quarter" idx="3"/>
          </p:nvPr>
        </p:nvSpPr>
        <p:spPr bwMode="gray"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fr-FR"/>
          </a:p>
        </p:txBody>
      </p:sp>
      <p:sp>
        <p:nvSpPr>
          <p:cNvPr id="16388" name="Rectangle 4"/>
          <p:cNvSpPr>
            <a:spLocks noGrp="1" noChangeArrowheads="1"/>
          </p:cNvSpPr>
          <p:nvPr>
            <p:ph type="ctrTitle"/>
          </p:nvPr>
        </p:nvSpPr>
        <p:spPr bwMode="white">
          <a:xfrm>
            <a:off x="1349375" y="3429000"/>
            <a:ext cx="7486650" cy="696913"/>
          </a:xfrm>
        </p:spPr>
        <p:txBody>
          <a:bodyPr anchor="b"/>
          <a:lstStyle>
            <a:lvl1pPr>
              <a:defRPr sz="3300">
                <a:solidFill>
                  <a:schemeClr val="bg1"/>
                </a:solidFill>
              </a:defRPr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16389" name="Rectangle 5"/>
          <p:cNvSpPr>
            <a:spLocks noGrp="1" noChangeArrowheads="1"/>
          </p:cNvSpPr>
          <p:nvPr>
            <p:ph type="subTitle" idx="1"/>
          </p:nvPr>
        </p:nvSpPr>
        <p:spPr bwMode="white">
          <a:xfrm>
            <a:off x="1349375" y="4191000"/>
            <a:ext cx="7486650" cy="2209800"/>
          </a:xfrm>
        </p:spPr>
        <p:txBody>
          <a:bodyPr/>
          <a:lstStyle>
            <a:lvl1pPr>
              <a:lnSpc>
                <a:spcPct val="100000"/>
              </a:lnSpc>
              <a:defRPr sz="2300" b="1">
                <a:solidFill>
                  <a:schemeClr val="bg1"/>
                </a:solidFill>
              </a:defRPr>
            </a:lvl1pPr>
          </a:lstStyle>
          <a:p>
            <a:r>
              <a:rPr lang="fr-FR"/>
              <a:t>Cliquez pour modifier le style des sous-titres du masque</a:t>
            </a:r>
          </a:p>
        </p:txBody>
      </p:sp>
      <p:sp>
        <p:nvSpPr>
          <p:cNvPr id="16390" name="Rectangle 6"/>
          <p:cNvSpPr>
            <a:spLocks noGrp="1" noChangeArrowheads="1"/>
          </p:cNvSpPr>
          <p:nvPr>
            <p:ph type="dt" sz="half" idx="2"/>
          </p:nvPr>
        </p:nvSpPr>
        <p:spPr bwMode="gray">
          <a:xfrm>
            <a:off x="6578600" y="6488113"/>
            <a:ext cx="2011363" cy="27305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fr-FR"/>
          </a:p>
        </p:txBody>
      </p:sp>
      <p:sp>
        <p:nvSpPr>
          <p:cNvPr id="16392" name="Rectangle 8"/>
          <p:cNvSpPr>
            <a:spLocks noGrp="1" noChangeArrowheads="1"/>
          </p:cNvSpPr>
          <p:nvPr>
            <p:ph type="sldNum" sz="quarter" idx="4"/>
          </p:nvPr>
        </p:nvSpPr>
        <p:spPr bwMode="gray"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fr-FR"/>
              <a:t>- </a:t>
            </a:r>
            <a:fld id="{E04021DA-72D6-4F5A-974A-A2FFD6F8D87B}" type="slidenum">
              <a:rPr lang="fr-FR"/>
              <a:pPr/>
              <a:t>‹#›</a:t>
            </a:fld>
            <a:endParaRPr lang="fr-FR"/>
          </a:p>
        </p:txBody>
      </p:sp>
    </p:spTree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/>
              <a:t>- </a:t>
            </a:r>
            <a:fld id="{160FB93D-42B3-4D2A-864D-2C9A315D6F10}" type="slidenum">
              <a:rPr lang="fr-FR"/>
              <a:pPr/>
              <a:t>‹#›</a:t>
            </a:fld>
            <a:endParaRPr lang="fr-FR"/>
          </a:p>
        </p:txBody>
      </p:sp>
    </p:spTree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/>
              <a:t>- </a:t>
            </a:r>
            <a:fld id="{78EC9746-C32A-46BC-B397-2F456824C687}" type="slidenum">
              <a:rPr lang="fr-FR"/>
              <a:pPr/>
              <a:t>‹#›</a:t>
            </a:fld>
            <a:endParaRPr lang="fr-FR"/>
          </a:p>
        </p:txBody>
      </p:sp>
    </p:spTree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1349375" y="1673225"/>
            <a:ext cx="3694113" cy="474662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5195888" y="1673225"/>
            <a:ext cx="3694112" cy="474662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/>
              <a:t>- </a:t>
            </a:r>
            <a:fld id="{9A507609-5AC1-4898-9972-FC9B47FF9972}" type="slidenum">
              <a:rPr lang="fr-FR"/>
              <a:pPr/>
              <a:t>‹#›</a:t>
            </a:fld>
            <a:endParaRPr lang="fr-FR"/>
          </a:p>
        </p:txBody>
      </p:sp>
    </p:spTree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fr-FR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fr-FR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/>
              <a:t>- </a:t>
            </a:r>
            <a:fld id="{05DE18BE-3BA4-416A-B8CA-7F18418F5D11}" type="slidenum">
              <a:rPr lang="fr-FR"/>
              <a:pPr/>
              <a:t>‹#›</a:t>
            </a:fld>
            <a:endParaRPr lang="fr-FR"/>
          </a:p>
        </p:txBody>
      </p:sp>
    </p:spTree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fr-FR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fr-FR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/>
              <a:t>- </a:t>
            </a:r>
            <a:fld id="{B320B202-EB71-4DD1-852D-1F2E7E6A2EFB}" type="slidenum">
              <a:rPr lang="fr-FR"/>
              <a:pPr/>
              <a:t>‹#›</a:t>
            </a:fld>
            <a:endParaRPr lang="fr-FR"/>
          </a:p>
        </p:txBody>
      </p:sp>
    </p:spTree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fr-FR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/>
              <a:t>- </a:t>
            </a:r>
            <a:fld id="{B111E937-7F7C-44FD-B750-20B82410451E}" type="slidenum">
              <a:rPr lang="fr-FR"/>
              <a:pPr/>
              <a:t>‹#›</a:t>
            </a:fld>
            <a:endParaRPr lang="fr-FR"/>
          </a:p>
        </p:txBody>
      </p:sp>
    </p:spTree>
  </p:cSld>
  <p:clrMapOvr>
    <a:masterClrMapping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/>
              <a:t>- </a:t>
            </a:r>
            <a:fld id="{1ABCBBD7-42D9-404A-94A6-1AD06992FF81}" type="slidenum">
              <a:rPr lang="fr-FR"/>
              <a:pPr/>
              <a:t>‹#›</a:t>
            </a:fld>
            <a:endParaRPr lang="fr-FR"/>
          </a:p>
        </p:txBody>
      </p:sp>
    </p:spTree>
  </p:cSld>
  <p:clrMapOvr>
    <a:masterClrMapping/>
  </p:clrMapOvr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/>
              <a:t>- </a:t>
            </a:r>
            <a:fld id="{4726E018-32F8-4480-BCFB-8D2EAB80E804}" type="slidenum">
              <a:rPr lang="fr-FR"/>
              <a:pPr/>
              <a:t>‹#›</a:t>
            </a:fld>
            <a:endParaRPr lang="fr-FR"/>
          </a:p>
        </p:txBody>
      </p:sp>
    </p:spTree>
  </p:cSld>
  <p:clrMapOvr>
    <a:masterClrMapping/>
  </p:clrMapOvr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/>
              <a:t>- </a:t>
            </a:r>
            <a:fld id="{F07C7256-3C6E-498E-8A1B-6D612066DF16}" type="slidenum">
              <a:rPr lang="fr-FR"/>
              <a:pPr/>
              <a:t>‹#›</a:t>
            </a:fld>
            <a:endParaRPr lang="fr-FR"/>
          </a:p>
        </p:txBody>
      </p:sp>
    </p:spTree>
  </p:cSld>
  <p:clrMapOvr>
    <a:masterClrMapping/>
  </p:clrMapOvr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7005638" y="350838"/>
            <a:ext cx="1884362" cy="6069012"/>
          </a:xfrm>
        </p:spPr>
        <p:txBody>
          <a:bodyPr vert="eaVert"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1349375" y="350838"/>
            <a:ext cx="5503863" cy="6069012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/>
              <a:t>- </a:t>
            </a:r>
            <a:fld id="{0FBC7D37-EF5A-4362-89A8-B29DB2FA152F}" type="slidenum">
              <a:rPr lang="fr-FR"/>
              <a:pPr/>
              <a:t>‹#›</a:t>
            </a:fld>
            <a:endParaRPr lang="fr-FR"/>
          </a:p>
        </p:txBody>
      </p:sp>
    </p:spTree>
  </p:cSld>
  <p:clrMapOvr>
    <a:masterClrMapping/>
  </p:clrMapOvr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439" name="Picture 7" descr="fond_chapitre_gris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</p:spPr>
      </p:pic>
      <p:sp>
        <p:nvSpPr>
          <p:cNvPr id="18435" name="Rectangle 3"/>
          <p:cNvSpPr>
            <a:spLocks noGrp="1" noChangeArrowheads="1"/>
          </p:cNvSpPr>
          <p:nvPr>
            <p:ph type="ftr" sz="quarter" idx="3"/>
          </p:nvPr>
        </p:nvSpPr>
        <p:spPr bwMode="gray"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fr-FR"/>
          </a:p>
        </p:txBody>
      </p:sp>
      <p:sp>
        <p:nvSpPr>
          <p:cNvPr id="18436" name="Rectangle 4"/>
          <p:cNvSpPr>
            <a:spLocks noGrp="1" noChangeArrowheads="1"/>
          </p:cNvSpPr>
          <p:nvPr>
            <p:ph type="ctrTitle"/>
          </p:nvPr>
        </p:nvSpPr>
        <p:spPr bwMode="white">
          <a:xfrm>
            <a:off x="1349375" y="3429000"/>
            <a:ext cx="7486650" cy="696913"/>
          </a:xfrm>
        </p:spPr>
        <p:txBody>
          <a:bodyPr anchor="b"/>
          <a:lstStyle>
            <a:lvl1pPr>
              <a:defRPr sz="3300">
                <a:solidFill>
                  <a:schemeClr val="bg1"/>
                </a:solidFill>
              </a:defRPr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18437" name="Rectangle 5"/>
          <p:cNvSpPr>
            <a:spLocks noGrp="1" noChangeArrowheads="1"/>
          </p:cNvSpPr>
          <p:nvPr>
            <p:ph type="subTitle" idx="1"/>
          </p:nvPr>
        </p:nvSpPr>
        <p:spPr bwMode="white">
          <a:xfrm>
            <a:off x="1349375" y="4191000"/>
            <a:ext cx="7486650" cy="2209800"/>
          </a:xfrm>
        </p:spPr>
        <p:txBody>
          <a:bodyPr/>
          <a:lstStyle>
            <a:lvl1pPr>
              <a:lnSpc>
                <a:spcPct val="100000"/>
              </a:lnSpc>
              <a:defRPr sz="2300" b="1">
                <a:solidFill>
                  <a:schemeClr val="bg1"/>
                </a:solidFill>
              </a:defRPr>
            </a:lvl1pPr>
          </a:lstStyle>
          <a:p>
            <a:r>
              <a:rPr lang="fr-FR"/>
              <a:t>Cliquez pour modifier le style des sous-titres du masque</a:t>
            </a:r>
          </a:p>
        </p:txBody>
      </p:sp>
      <p:sp>
        <p:nvSpPr>
          <p:cNvPr id="18438" name="Rectangle 6"/>
          <p:cNvSpPr>
            <a:spLocks noGrp="1" noChangeArrowheads="1"/>
          </p:cNvSpPr>
          <p:nvPr>
            <p:ph type="dt" sz="half" idx="2"/>
          </p:nvPr>
        </p:nvSpPr>
        <p:spPr bwMode="gray">
          <a:xfrm>
            <a:off x="6578600" y="6488113"/>
            <a:ext cx="2011363" cy="27305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fr-FR"/>
          </a:p>
        </p:txBody>
      </p:sp>
      <p:sp>
        <p:nvSpPr>
          <p:cNvPr id="18440" name="Rectangle 8"/>
          <p:cNvSpPr>
            <a:spLocks noGrp="1" noChangeArrowheads="1"/>
          </p:cNvSpPr>
          <p:nvPr>
            <p:ph type="sldNum" sz="quarter" idx="4"/>
          </p:nvPr>
        </p:nvSpPr>
        <p:spPr bwMode="gray"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fr-FR"/>
              <a:t>- </a:t>
            </a:r>
            <a:fld id="{13FE1E6C-F517-47DD-9AB9-AE14EEFAF02F}" type="slidenum">
              <a:rPr lang="fr-FR"/>
              <a:pPr/>
              <a:t>‹#›</a:t>
            </a:fld>
            <a:endParaRPr lang="fr-FR"/>
          </a:p>
        </p:txBody>
      </p:sp>
    </p:spTree>
  </p:cSld>
  <p:clrMapOvr>
    <a:masterClrMapping/>
  </p:clrMapOvr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/>
              <a:t>- </a:t>
            </a:r>
            <a:fld id="{3C495E7B-78E1-4848-8B7A-E7EA8E25BE15}" type="slidenum">
              <a:rPr lang="fr-FR"/>
              <a:pPr/>
              <a:t>‹#›</a:t>
            </a:fld>
            <a:endParaRPr lang="fr-FR"/>
          </a:p>
        </p:txBody>
      </p:sp>
    </p:spTree>
  </p:cSld>
  <p:clrMapOvr>
    <a:masterClrMapping/>
  </p:clrMapOvr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/>
              <a:t>- </a:t>
            </a:r>
            <a:fld id="{73EA6A72-1B3F-4D73-9409-DC7C9190A2B4}" type="slidenum">
              <a:rPr lang="fr-FR"/>
              <a:pPr/>
              <a:t>‹#›</a:t>
            </a:fld>
            <a:endParaRPr lang="fr-FR"/>
          </a:p>
        </p:txBody>
      </p:sp>
    </p:spTree>
  </p:cSld>
  <p:clrMapOvr>
    <a:masterClrMapping/>
  </p:clrMapOvr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1349375" y="1673225"/>
            <a:ext cx="3694113" cy="474662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5195888" y="1673225"/>
            <a:ext cx="3694112" cy="474662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/>
              <a:t>- </a:t>
            </a:r>
            <a:fld id="{551A95E1-FD28-43B4-9F00-00DF0EAA6F29}" type="slidenum">
              <a:rPr lang="fr-FR"/>
              <a:pPr/>
              <a:t>‹#›</a:t>
            </a:fld>
            <a:endParaRPr lang="fr-FR"/>
          </a:p>
        </p:txBody>
      </p:sp>
    </p:spTree>
  </p:cSld>
  <p:clrMapOvr>
    <a:masterClrMapping/>
  </p:clrMapOvr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fr-FR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fr-FR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/>
              <a:t>- </a:t>
            </a:r>
            <a:fld id="{3E3EBB8A-28EC-425F-8A1F-8F47627F9CD9}" type="slidenum">
              <a:rPr lang="fr-FR"/>
              <a:pPr/>
              <a:t>‹#›</a:t>
            </a:fld>
            <a:endParaRPr lang="fr-FR"/>
          </a:p>
        </p:txBody>
      </p:sp>
    </p:spTree>
  </p:cSld>
  <p:clrMapOvr>
    <a:masterClrMapping/>
  </p:clrMapOvr>
</p:sldLayout>
</file>

<file path=ppt/slideLayouts/slideLayout8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fr-FR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fr-FR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/>
              <a:t>- </a:t>
            </a:r>
            <a:fld id="{27647551-721E-43EA-A608-8CD69E8D5687}" type="slidenum">
              <a:rPr lang="fr-FR"/>
              <a:pPr/>
              <a:t>‹#›</a:t>
            </a:fld>
            <a:endParaRPr lang="fr-FR"/>
          </a:p>
        </p:txBody>
      </p:sp>
    </p:spTree>
  </p:cSld>
  <p:clrMapOvr>
    <a:masterClrMapping/>
  </p:clrMapOvr>
</p:sldLayout>
</file>

<file path=ppt/slideLayouts/slideLayout8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fr-FR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/>
              <a:t>- </a:t>
            </a:r>
            <a:fld id="{7981C570-74D1-491C-A722-A0AFC450D9B9}" type="slidenum">
              <a:rPr lang="fr-FR"/>
              <a:pPr/>
              <a:t>‹#›</a:t>
            </a:fld>
            <a:endParaRPr lang="fr-FR"/>
          </a:p>
        </p:txBody>
      </p:sp>
    </p:spTree>
  </p:cSld>
  <p:clrMapOvr>
    <a:masterClrMapping/>
  </p:clrMapOvr>
</p:sldLayout>
</file>

<file path=ppt/slideLayouts/slideLayout8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/>
              <a:t>- </a:t>
            </a:r>
            <a:fld id="{AA631B65-8A19-4DA7-9F75-098F9B41D513}" type="slidenum">
              <a:rPr lang="fr-FR"/>
              <a:pPr/>
              <a:t>‹#›</a:t>
            </a:fld>
            <a:endParaRPr lang="fr-FR"/>
          </a:p>
        </p:txBody>
      </p:sp>
    </p:spTree>
  </p:cSld>
  <p:clrMapOvr>
    <a:masterClrMapping/>
  </p:clrMapOvr>
</p:sldLayout>
</file>

<file path=ppt/slideLayouts/slideLayout86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/>
              <a:t>- </a:t>
            </a:r>
            <a:fld id="{E9E38AE4-2066-46BA-A3F5-FEB1E9D504D6}" type="slidenum">
              <a:rPr lang="fr-FR"/>
              <a:pPr/>
              <a:t>‹#›</a:t>
            </a:fld>
            <a:endParaRPr lang="fr-FR"/>
          </a:p>
        </p:txBody>
      </p:sp>
    </p:spTree>
  </p:cSld>
  <p:clrMapOvr>
    <a:masterClrMapping/>
  </p:clrMapOvr>
</p:sldLayout>
</file>

<file path=ppt/slideLayouts/slideLayout8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/>
              <a:t>- </a:t>
            </a:r>
            <a:fld id="{98F76D93-C659-47C0-B6B5-8312817ED303}" type="slidenum">
              <a:rPr lang="fr-FR"/>
              <a:pPr/>
              <a:t>‹#›</a:t>
            </a:fld>
            <a:endParaRPr lang="fr-FR"/>
          </a:p>
        </p:txBody>
      </p:sp>
    </p:spTree>
  </p:cSld>
  <p:clrMapOvr>
    <a:masterClrMapping/>
  </p:clrMapOvr>
</p:sldLayout>
</file>

<file path=ppt/slideLayouts/slideLayout8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7005638" y="350838"/>
            <a:ext cx="1884362" cy="6069012"/>
          </a:xfrm>
        </p:spPr>
        <p:txBody>
          <a:bodyPr vert="eaVert"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1349375" y="350838"/>
            <a:ext cx="5503863" cy="6069012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/>
              <a:t>- </a:t>
            </a:r>
            <a:fld id="{31158E83-8B29-4447-A50A-E87A972D9538}" type="slidenum">
              <a:rPr lang="fr-FR"/>
              <a:pPr/>
              <a:t>‹#›</a:t>
            </a:fld>
            <a:endParaRPr lang="fr-FR"/>
          </a:p>
        </p:txBody>
      </p:sp>
    </p:spTree>
  </p:cSld>
  <p:clrMapOvr>
    <a:masterClrMapping/>
  </p:clrMapOvr>
</p:sldLayout>
</file>

<file path=ppt/slideLayouts/slideLayout8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487" name="Picture 7" descr="fond_chapitre_kaki"/>
          <p:cNvPicPr>
            <a:picLocks noChangeAspect="1" noChangeArrowheads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</p:spPr>
      </p:pic>
      <p:sp>
        <p:nvSpPr>
          <p:cNvPr id="20483" name="Rectangle 3"/>
          <p:cNvSpPr>
            <a:spLocks noGrp="1" noChangeArrowheads="1"/>
          </p:cNvSpPr>
          <p:nvPr>
            <p:ph type="ftr" sz="quarter" idx="3"/>
          </p:nvPr>
        </p:nvSpPr>
        <p:spPr bwMode="gray"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fr-FR"/>
          </a:p>
        </p:txBody>
      </p:sp>
      <p:sp>
        <p:nvSpPr>
          <p:cNvPr id="20484" name="Rectangle 4"/>
          <p:cNvSpPr>
            <a:spLocks noGrp="1" noChangeArrowheads="1"/>
          </p:cNvSpPr>
          <p:nvPr>
            <p:ph type="ctrTitle"/>
          </p:nvPr>
        </p:nvSpPr>
        <p:spPr bwMode="white">
          <a:xfrm>
            <a:off x="1349375" y="3429000"/>
            <a:ext cx="7486650" cy="696913"/>
          </a:xfrm>
        </p:spPr>
        <p:txBody>
          <a:bodyPr anchor="b"/>
          <a:lstStyle>
            <a:lvl1pPr>
              <a:defRPr sz="3300">
                <a:solidFill>
                  <a:schemeClr val="bg1"/>
                </a:solidFill>
              </a:defRPr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20485" name="Rectangle 5"/>
          <p:cNvSpPr>
            <a:spLocks noGrp="1" noChangeArrowheads="1"/>
          </p:cNvSpPr>
          <p:nvPr>
            <p:ph type="subTitle" idx="1"/>
          </p:nvPr>
        </p:nvSpPr>
        <p:spPr bwMode="white">
          <a:xfrm>
            <a:off x="1349375" y="4191000"/>
            <a:ext cx="7486650" cy="2209800"/>
          </a:xfrm>
        </p:spPr>
        <p:txBody>
          <a:bodyPr/>
          <a:lstStyle>
            <a:lvl1pPr>
              <a:lnSpc>
                <a:spcPct val="100000"/>
              </a:lnSpc>
              <a:defRPr sz="2300" b="1">
                <a:solidFill>
                  <a:schemeClr val="bg1"/>
                </a:solidFill>
              </a:defRPr>
            </a:lvl1pPr>
          </a:lstStyle>
          <a:p>
            <a:r>
              <a:rPr lang="fr-FR" dirty="0"/>
              <a:t>Cliquez pour modifier le style des sous-titres du masque</a:t>
            </a:r>
          </a:p>
        </p:txBody>
      </p:sp>
      <p:sp>
        <p:nvSpPr>
          <p:cNvPr id="20486" name="Rectangle 6"/>
          <p:cNvSpPr>
            <a:spLocks noGrp="1" noChangeArrowheads="1"/>
          </p:cNvSpPr>
          <p:nvPr>
            <p:ph type="dt" sz="half" idx="2"/>
          </p:nvPr>
        </p:nvSpPr>
        <p:spPr bwMode="gray">
          <a:xfrm>
            <a:off x="6578600" y="6488113"/>
            <a:ext cx="2011363" cy="27305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fr-FR"/>
          </a:p>
        </p:txBody>
      </p:sp>
      <p:sp>
        <p:nvSpPr>
          <p:cNvPr id="20488" name="Rectangle 8"/>
          <p:cNvSpPr>
            <a:spLocks noGrp="1" noChangeArrowheads="1"/>
          </p:cNvSpPr>
          <p:nvPr>
            <p:ph type="sldNum" sz="quarter" idx="4"/>
          </p:nvPr>
        </p:nvSpPr>
        <p:spPr bwMode="gray"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fr-FR"/>
              <a:t>- </a:t>
            </a:r>
            <a:fld id="{B31180D4-E157-4E87-B5D6-62BEC78BB90E}" type="slidenum">
              <a:rPr lang="fr-FR"/>
              <a:pPr/>
              <a:t>‹#›</a:t>
            </a:fld>
            <a:endParaRPr lang="fr-FR"/>
          </a:p>
        </p:txBody>
      </p:sp>
      <p:sp>
        <p:nvSpPr>
          <p:cNvPr id="2" name="TextBox 1"/>
          <p:cNvSpPr txBox="1"/>
          <p:nvPr userDrawn="1"/>
        </p:nvSpPr>
        <p:spPr>
          <a:xfrm>
            <a:off x="247263" y="6419868"/>
            <a:ext cx="971937" cy="4001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l"/>
            <a:endParaRPr lang="en-US" altLang="zh-CN" sz="1000" b="0" dirty="0">
              <a:latin typeface="+mj-lt"/>
              <a:ea typeface="宋体" pitchFamily="2" charset="-122"/>
            </a:endParaRPr>
          </a:p>
          <a:p>
            <a:pPr algn="l"/>
            <a:endParaRPr lang="zh-CN" altLang="en-US" sz="1000" b="0" dirty="0">
              <a:latin typeface="+mj-lt"/>
              <a:ea typeface="宋体" pitchFamily="2" charset="-122"/>
            </a:endParaRPr>
          </a:p>
        </p:txBody>
      </p:sp>
      <p:pic>
        <p:nvPicPr>
          <p:cNvPr id="10" name="Picture 3" descr="C:\Users\jifeng\Desktop\logo.png"/>
          <p:cNvPicPr>
            <a:picLocks noChangeAspect="1" noChangeArrowheads="1"/>
          </p:cNvPicPr>
          <p:nvPr userDrawn="1"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01" t="17040" r="69099" b="13969"/>
          <a:stretch/>
        </p:blipFill>
        <p:spPr bwMode="auto">
          <a:xfrm>
            <a:off x="467396" y="6333688"/>
            <a:ext cx="555286" cy="5243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Layout>
</file>

<file path=ppt/slideLayouts/slideLayout9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+mj-lt"/>
                <a:ea typeface="黑体" pitchFamily="49" charset="-122"/>
              </a:defRPr>
            </a:lvl1pPr>
          </a:lstStyle>
          <a:p>
            <a:r>
              <a:rPr lang="fr-FR" dirty="0"/>
              <a:t>Cliquez pour modifier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sz="2000">
                <a:solidFill>
                  <a:schemeClr val="tx1"/>
                </a:solidFill>
                <a:latin typeface="+mj-lt"/>
                <a:ea typeface="黑体" pitchFamily="49" charset="-122"/>
              </a:defRPr>
            </a:lvl1pPr>
            <a:lvl2pPr>
              <a:defRPr sz="2000">
                <a:solidFill>
                  <a:schemeClr val="tx1"/>
                </a:solidFill>
                <a:latin typeface="+mj-lt"/>
                <a:ea typeface="黑体" pitchFamily="49" charset="-122"/>
              </a:defRPr>
            </a:lvl2pPr>
            <a:lvl3pPr>
              <a:defRPr sz="2000">
                <a:solidFill>
                  <a:schemeClr val="tx1"/>
                </a:solidFill>
                <a:latin typeface="+mj-lt"/>
                <a:ea typeface="黑体" pitchFamily="49" charset="-122"/>
              </a:defRPr>
            </a:lvl3pPr>
            <a:lvl4pPr>
              <a:defRPr sz="1800">
                <a:solidFill>
                  <a:schemeClr val="tx1"/>
                </a:solidFill>
                <a:latin typeface="+mj-lt"/>
                <a:ea typeface="黑体" pitchFamily="49" charset="-122"/>
              </a:defRPr>
            </a:lvl4pPr>
            <a:lvl5pPr>
              <a:defRPr sz="1600">
                <a:solidFill>
                  <a:schemeClr val="tx1"/>
                </a:solidFill>
                <a:latin typeface="+mj-lt"/>
                <a:ea typeface="黑体" pitchFamily="49" charset="-122"/>
              </a:defRPr>
            </a:lvl5pPr>
          </a:lstStyle>
          <a:p>
            <a:pPr lvl="0"/>
            <a:r>
              <a:rPr lang="fr-FR" dirty="0"/>
              <a:t>Cliquez pour modifier les styles du texte du masque</a:t>
            </a:r>
          </a:p>
          <a:p>
            <a:pPr lvl="1"/>
            <a:r>
              <a:rPr lang="fr-FR" dirty="0"/>
              <a:t>Deuxième niveau</a:t>
            </a:r>
          </a:p>
          <a:p>
            <a:pPr lvl="2"/>
            <a:r>
              <a:rPr lang="fr-FR" dirty="0"/>
              <a:t>Troisième niveau</a:t>
            </a:r>
          </a:p>
          <a:p>
            <a:pPr lvl="3"/>
            <a:r>
              <a:rPr lang="fr-FR" dirty="0"/>
              <a:t>Quatrième niveau</a:t>
            </a:r>
          </a:p>
          <a:p>
            <a:pPr lvl="4"/>
            <a:r>
              <a:rPr lang="fr-FR" dirty="0"/>
              <a:t>Cinquième niveau</a:t>
            </a: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j-lt"/>
                <a:ea typeface="黑体" pitchFamily="49" charset="-122"/>
              </a:defRPr>
            </a:lvl1pPr>
          </a:lstStyle>
          <a:p>
            <a:r>
              <a:rPr lang="fr-FR"/>
              <a:t>  </a:t>
            </a:r>
            <a:fld id="{E2F07B82-4858-4E29-890E-CAF1CE3CC11A}" type="slidenum">
              <a:rPr lang="fr-FR" smtClean="0"/>
              <a:pPr/>
              <a:t>‹#›</a:t>
            </a:fld>
            <a:endParaRPr lang="fr-FR" dirty="0"/>
          </a:p>
        </p:txBody>
      </p:sp>
      <p:sp>
        <p:nvSpPr>
          <p:cNvPr id="11" name="TextBox 10"/>
          <p:cNvSpPr txBox="1"/>
          <p:nvPr userDrawn="1"/>
        </p:nvSpPr>
        <p:spPr>
          <a:xfrm>
            <a:off x="247263" y="6419868"/>
            <a:ext cx="971937" cy="4001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l"/>
            <a:endParaRPr lang="en-US" altLang="zh-CN" sz="1000" b="0" dirty="0">
              <a:latin typeface="+mj-lt"/>
              <a:ea typeface="黑体" pitchFamily="49" charset="-122"/>
            </a:endParaRPr>
          </a:p>
          <a:p>
            <a:pPr algn="l"/>
            <a:endParaRPr lang="zh-CN" altLang="en-US" sz="1000" b="0" dirty="0">
              <a:latin typeface="+mj-lt"/>
              <a:ea typeface="黑体" pitchFamily="49" charset="-122"/>
            </a:endParaRPr>
          </a:p>
        </p:txBody>
      </p:sp>
      <p:pic>
        <p:nvPicPr>
          <p:cNvPr id="8" name="Picture 3" descr="C:\Users\jifeng\Desktop\logo.png"/>
          <p:cNvPicPr>
            <a:picLocks noChangeAspect="1" noChangeArrowheads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01" t="17040" r="69099" b="13969"/>
          <a:stretch/>
        </p:blipFill>
        <p:spPr bwMode="auto">
          <a:xfrm>
            <a:off x="467396" y="6333688"/>
            <a:ext cx="555286" cy="5243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Layout>
</file>

<file path=ppt/slideLayouts/slideLayout9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/>
              <a:t>- </a:t>
            </a:r>
            <a:fld id="{1ABE2BC9-7531-49A8-954B-6FEF5EC80CFB}" type="slidenum">
              <a:rPr lang="fr-FR"/>
              <a:pPr/>
              <a:t>‹#›</a:t>
            </a:fld>
            <a:endParaRPr lang="fr-FR"/>
          </a:p>
        </p:txBody>
      </p:sp>
    </p:spTree>
  </p:cSld>
  <p:clrMapOvr>
    <a:masterClrMapping/>
  </p:clrMapOvr>
</p:sldLayout>
</file>

<file path=ppt/slideLayouts/slideLayout9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1349375" y="1673225"/>
            <a:ext cx="3694113" cy="474662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5195888" y="1673225"/>
            <a:ext cx="3694112" cy="474662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/>
              <a:t>- </a:t>
            </a:r>
            <a:fld id="{F0FD401F-1218-4F2E-9921-03F9DE7430CD}" type="slidenum">
              <a:rPr lang="fr-FR"/>
              <a:pPr/>
              <a:t>‹#›</a:t>
            </a:fld>
            <a:endParaRPr lang="fr-FR"/>
          </a:p>
        </p:txBody>
      </p:sp>
    </p:spTree>
  </p:cSld>
  <p:clrMapOvr>
    <a:masterClrMapping/>
  </p:clrMapOvr>
</p:sldLayout>
</file>

<file path=ppt/slideLayouts/slideLayout9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fr-FR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fr-FR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/>
              <a:t>- </a:t>
            </a:r>
            <a:fld id="{4BCF7AC0-A789-4D30-BCD7-280FCAEC8E42}" type="slidenum">
              <a:rPr lang="fr-FR"/>
              <a:pPr/>
              <a:t>‹#›</a:t>
            </a:fld>
            <a:endParaRPr lang="fr-FR"/>
          </a:p>
        </p:txBody>
      </p:sp>
    </p:spTree>
  </p:cSld>
  <p:clrMapOvr>
    <a:masterClrMapping/>
  </p:clrMapOvr>
</p:sldLayout>
</file>

<file path=ppt/slideLayouts/slideLayout9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fr-FR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fr-FR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/>
              <a:t>- </a:t>
            </a:r>
            <a:fld id="{817FB23D-FA36-4B2D-8622-FDBE6ED2630C}" type="slidenum">
              <a:rPr lang="fr-FR"/>
              <a:pPr/>
              <a:t>‹#›</a:t>
            </a:fld>
            <a:endParaRPr lang="fr-FR"/>
          </a:p>
        </p:txBody>
      </p:sp>
    </p:spTree>
  </p:cSld>
  <p:clrMapOvr>
    <a:masterClrMapping/>
  </p:clrMapOvr>
</p:sldLayout>
</file>

<file path=ppt/slideLayouts/slideLayout9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fr-FR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/>
              <a:t>- </a:t>
            </a:r>
            <a:fld id="{901BF9C9-395C-41F1-B9C5-28DACFFD8A4A}" type="slidenum">
              <a:rPr lang="fr-FR"/>
              <a:pPr/>
              <a:t>‹#›</a:t>
            </a:fld>
            <a:endParaRPr lang="fr-FR"/>
          </a:p>
        </p:txBody>
      </p:sp>
    </p:spTree>
  </p:cSld>
  <p:clrMapOvr>
    <a:masterClrMapping/>
  </p:clrMapOvr>
</p:sldLayout>
</file>

<file path=ppt/slideLayouts/slideLayout9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/>
              <a:t>- </a:t>
            </a:r>
            <a:fld id="{B783CFD1-0513-4312-AF56-BD5C82C05FDF}" type="slidenum">
              <a:rPr lang="fr-FR"/>
              <a:pPr/>
              <a:t>‹#›</a:t>
            </a:fld>
            <a:endParaRPr lang="fr-FR"/>
          </a:p>
        </p:txBody>
      </p:sp>
    </p:spTree>
  </p:cSld>
  <p:clrMapOvr>
    <a:masterClrMapping/>
  </p:clrMapOvr>
</p:sldLayout>
</file>

<file path=ppt/slideLayouts/slideLayout9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/>
              <a:t>- </a:t>
            </a:r>
            <a:fld id="{3E9CBFEE-A0BD-4CA1-AF8F-E66045B6FE5B}" type="slidenum">
              <a:rPr lang="fr-FR"/>
              <a:pPr/>
              <a:t>‹#›</a:t>
            </a:fld>
            <a:endParaRPr lang="fr-FR"/>
          </a:p>
        </p:txBody>
      </p:sp>
    </p:spTree>
  </p:cSld>
  <p:clrMapOvr>
    <a:masterClrMapping/>
  </p:clrMapOvr>
</p:sldLayout>
</file>

<file path=ppt/slideLayouts/slideLayout9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/>
              <a:t>- </a:t>
            </a:r>
            <a:fld id="{A4F14422-C7C8-47ED-B8B8-07E30AEE14ED}" type="slidenum">
              <a:rPr lang="fr-FR"/>
              <a:pPr/>
              <a:t>‹#›</a:t>
            </a:fld>
            <a:endParaRPr lang="fr-FR"/>
          </a:p>
        </p:txBody>
      </p:sp>
    </p:spTree>
  </p:cSld>
  <p:clrMapOvr>
    <a:masterClrMapping/>
  </p:clrMapOvr>
</p:sldLayout>
</file>

<file path=ppt/slideLayouts/slideLayout9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7005638" y="350838"/>
            <a:ext cx="1884362" cy="6069012"/>
          </a:xfrm>
        </p:spPr>
        <p:txBody>
          <a:bodyPr vert="eaVert"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1349375" y="350838"/>
            <a:ext cx="5503863" cy="6069012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/>
              <a:t>- </a:t>
            </a:r>
            <a:fld id="{4A0B79FB-A419-4AFB-928E-B2B03A028A21}" type="slidenum">
              <a:rPr lang="fr-FR"/>
              <a:pPr/>
              <a:t>‹#›</a:t>
            </a:fld>
            <a:endParaRPr lang="fr-FR"/>
          </a:p>
        </p:txBody>
      </p:sp>
    </p:spTree>
  </p:cSld>
  <p:clrMapOvr>
    <a:masterClrMapping/>
  </p:clrMapOvr>
</p:sldLayout>
</file>

<file path=ppt/slideLayouts/slideLayout10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8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sz="3000"/>
            </a:lvl1pPr>
          </a:lstStyle>
          <a:p>
            <a:r>
              <a:rPr lang="en-US" altLang="zh-CN" dirty="0"/>
              <a:t>Title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/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 altLang="zh-CN" dirty="0"/>
              <a:t>AAA</a:t>
            </a:r>
            <a:endParaRPr lang="zh-CN" altLang="en-US" dirty="0"/>
          </a:p>
          <a:p>
            <a:pPr lvl="1"/>
            <a:r>
              <a:rPr lang="en-US" altLang="zh-CN" dirty="0"/>
              <a:t>BBB</a:t>
            </a:r>
            <a:endParaRPr lang="zh-CN" altLang="en-US" dirty="0"/>
          </a:p>
          <a:p>
            <a:pPr lvl="2"/>
            <a:r>
              <a:rPr lang="en-US" altLang="zh-CN" dirty="0"/>
              <a:t>CCC</a:t>
            </a:r>
            <a:endParaRPr lang="zh-CN" altLang="en-US" dirty="0"/>
          </a:p>
          <a:p>
            <a:pPr lvl="3"/>
            <a:r>
              <a:rPr lang="en-US" altLang="zh-CN" dirty="0"/>
              <a:t>DDD</a:t>
            </a:r>
            <a:endParaRPr lang="zh-CN" altLang="en-US" dirty="0"/>
          </a:p>
          <a:p>
            <a:pPr lvl="4"/>
            <a:r>
              <a:rPr lang="en-US" altLang="zh-CN" dirty="0"/>
              <a:t>EEE</a:t>
            </a:r>
            <a:endParaRPr lang="zh-CN" alt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10"/>
          </p:nvPr>
        </p:nvSpPr>
        <p:spPr>
          <a:xfrm>
            <a:off x="142844" y="6215082"/>
            <a:ext cx="7643866" cy="285752"/>
          </a:xfrm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none"/>
        </p:style>
        <p:txBody>
          <a:bodyPr/>
          <a:lstStyle>
            <a:lvl1pPr>
              <a:buNone/>
              <a:defRPr sz="1200">
                <a:solidFill>
                  <a:schemeClr val="tx1"/>
                </a:solidFill>
                <a:effectLst/>
              </a:defRPr>
            </a:lvl1pPr>
          </a:lstStyle>
          <a:p>
            <a:pPr lvl="0"/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614713769"/>
      </p:ext>
    </p:extLst>
  </p:cSld>
  <p:clrMapOvr>
    <a:masterClrMapping/>
  </p:clrMapOvr>
</p:sldLayout>
</file>

<file path=ppt/slideLayouts/slideLayout10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535" name="Picture 7" descr="fond_chapitre_orange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</p:spPr>
      </p:pic>
      <p:sp>
        <p:nvSpPr>
          <p:cNvPr id="22531" name="Rectangle 3"/>
          <p:cNvSpPr>
            <a:spLocks noGrp="1" noChangeArrowheads="1"/>
          </p:cNvSpPr>
          <p:nvPr>
            <p:ph type="ftr" sz="quarter" idx="3"/>
          </p:nvPr>
        </p:nvSpPr>
        <p:spPr bwMode="gray"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fr-FR"/>
          </a:p>
        </p:txBody>
      </p:sp>
      <p:sp>
        <p:nvSpPr>
          <p:cNvPr id="22532" name="Rectangle 4"/>
          <p:cNvSpPr>
            <a:spLocks noGrp="1" noChangeArrowheads="1"/>
          </p:cNvSpPr>
          <p:nvPr>
            <p:ph type="ctrTitle"/>
          </p:nvPr>
        </p:nvSpPr>
        <p:spPr bwMode="white">
          <a:xfrm>
            <a:off x="1349375" y="3429000"/>
            <a:ext cx="7486650" cy="696913"/>
          </a:xfrm>
        </p:spPr>
        <p:txBody>
          <a:bodyPr anchor="b"/>
          <a:lstStyle>
            <a:lvl1pPr>
              <a:defRPr sz="3300">
                <a:solidFill>
                  <a:schemeClr val="bg1"/>
                </a:solidFill>
              </a:defRPr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22533" name="Rectangle 5"/>
          <p:cNvSpPr>
            <a:spLocks noGrp="1" noChangeArrowheads="1"/>
          </p:cNvSpPr>
          <p:nvPr>
            <p:ph type="subTitle" idx="1"/>
          </p:nvPr>
        </p:nvSpPr>
        <p:spPr bwMode="white">
          <a:xfrm>
            <a:off x="1349375" y="4191000"/>
            <a:ext cx="7486650" cy="2209800"/>
          </a:xfrm>
        </p:spPr>
        <p:txBody>
          <a:bodyPr/>
          <a:lstStyle>
            <a:lvl1pPr>
              <a:lnSpc>
                <a:spcPct val="100000"/>
              </a:lnSpc>
              <a:defRPr sz="2300" b="1">
                <a:solidFill>
                  <a:schemeClr val="bg1"/>
                </a:solidFill>
              </a:defRPr>
            </a:lvl1pPr>
          </a:lstStyle>
          <a:p>
            <a:r>
              <a:rPr lang="fr-FR"/>
              <a:t>Cliquez pour modifier le style des sous-titres du masque</a:t>
            </a:r>
          </a:p>
        </p:txBody>
      </p:sp>
      <p:sp>
        <p:nvSpPr>
          <p:cNvPr id="22534" name="Rectangle 6"/>
          <p:cNvSpPr>
            <a:spLocks noGrp="1" noChangeArrowheads="1"/>
          </p:cNvSpPr>
          <p:nvPr>
            <p:ph type="dt" sz="half" idx="2"/>
          </p:nvPr>
        </p:nvSpPr>
        <p:spPr bwMode="gray">
          <a:xfrm>
            <a:off x="6578600" y="6488113"/>
            <a:ext cx="2011363" cy="27305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fr-FR"/>
          </a:p>
        </p:txBody>
      </p:sp>
      <p:sp>
        <p:nvSpPr>
          <p:cNvPr id="22536" name="Rectangle 8"/>
          <p:cNvSpPr>
            <a:spLocks noGrp="1" noChangeArrowheads="1"/>
          </p:cNvSpPr>
          <p:nvPr>
            <p:ph type="sldNum" sz="quarter" idx="4"/>
          </p:nvPr>
        </p:nvSpPr>
        <p:spPr bwMode="gray"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fr-FR"/>
              <a:t>- </a:t>
            </a:r>
            <a:fld id="{C75D450A-6F50-455B-AD0B-31F6F3E6A9C8}" type="slidenum">
              <a:rPr lang="fr-FR"/>
              <a:pPr/>
              <a:t>‹#›</a:t>
            </a:fld>
            <a:endParaRPr lang="fr-FR"/>
          </a:p>
        </p:txBody>
      </p:sp>
    </p:spTree>
  </p:cSld>
  <p:clrMapOvr>
    <a:masterClrMapping/>
  </p:clrMapOvr>
</p:sldLayout>
</file>

<file path=ppt/slideLayouts/slideLayout10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/>
              <a:t>- </a:t>
            </a:r>
            <a:fld id="{05DAF62E-2399-4E86-8426-83E7B8EAFEE4}" type="slidenum">
              <a:rPr lang="fr-FR"/>
              <a:pPr/>
              <a:t>‹#›</a:t>
            </a:fld>
            <a:endParaRPr lang="fr-FR"/>
          </a:p>
        </p:txBody>
      </p:sp>
    </p:spTree>
  </p:cSld>
  <p:clrMapOvr>
    <a:masterClrMapping/>
  </p:clrMapOvr>
</p:sldLayout>
</file>

<file path=ppt/slideLayouts/slideLayout10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/>
              <a:t>- </a:t>
            </a:r>
            <a:fld id="{259AE061-0D25-4BC3-846C-A448A83FAA0F}" type="slidenum">
              <a:rPr lang="fr-FR"/>
              <a:pPr/>
              <a:t>‹#›</a:t>
            </a:fld>
            <a:endParaRPr lang="fr-FR"/>
          </a:p>
        </p:txBody>
      </p:sp>
    </p:spTree>
  </p:cSld>
  <p:clrMapOvr>
    <a:masterClrMapping/>
  </p:clrMapOvr>
</p:sldLayout>
</file>

<file path=ppt/slideLayouts/slideLayout10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1349375" y="1673225"/>
            <a:ext cx="3694113" cy="474662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5195888" y="1673225"/>
            <a:ext cx="3694112" cy="474662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/>
              <a:t>- </a:t>
            </a:r>
            <a:fld id="{36363CAB-7775-40D5-A2AC-3063F6DFBAF4}" type="slidenum">
              <a:rPr lang="fr-FR"/>
              <a:pPr/>
              <a:t>‹#›</a:t>
            </a:fld>
            <a:endParaRPr lang="fr-FR"/>
          </a:p>
        </p:txBody>
      </p:sp>
    </p:spTree>
  </p:cSld>
  <p:clrMapOvr>
    <a:masterClrMapping/>
  </p:clrMapOvr>
</p:sldLayout>
</file>

<file path=ppt/slideLayouts/slideLayout10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fr-FR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fr-FR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/>
              <a:t>- </a:t>
            </a:r>
            <a:fld id="{346D89E9-8055-45DD-98AA-A8D43B6F9331}" type="slidenum">
              <a:rPr lang="fr-FR"/>
              <a:pPr/>
              <a:t>‹#›</a:t>
            </a:fld>
            <a:endParaRPr lang="fr-FR"/>
          </a:p>
        </p:txBody>
      </p:sp>
    </p:spTree>
  </p:cSld>
  <p:clrMapOvr>
    <a:masterClrMapping/>
  </p:clrMapOvr>
</p:sldLayout>
</file>

<file path=ppt/slideLayouts/slideLayout10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fr-FR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fr-FR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/>
              <a:t>- </a:t>
            </a:r>
            <a:fld id="{CC0DF3F9-7745-4C85-8BDE-BB925206A1C6}" type="slidenum">
              <a:rPr lang="fr-FR"/>
              <a:pPr/>
              <a:t>‹#›</a:t>
            </a:fld>
            <a:endParaRPr lang="fr-FR"/>
          </a:p>
        </p:txBody>
      </p:sp>
    </p:spTree>
  </p:cSld>
  <p:clrMapOvr>
    <a:masterClrMapping/>
  </p:clrMapOvr>
</p:sldLayout>
</file>

<file path=ppt/slideLayouts/slideLayout10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fr-FR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/>
              <a:t>- </a:t>
            </a:r>
            <a:fld id="{545175D4-E4EC-43C0-A862-B09AC5789B93}" type="slidenum">
              <a:rPr lang="fr-FR"/>
              <a:pPr/>
              <a:t>‹#›</a:t>
            </a:fld>
            <a:endParaRPr lang="fr-FR"/>
          </a:p>
        </p:txBody>
      </p:sp>
    </p:spTree>
  </p:cSld>
  <p:clrMapOvr>
    <a:masterClrMapping/>
  </p:clrMapOvr>
</p:sldLayout>
</file>

<file path=ppt/slideLayouts/slideLayout10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/>
              <a:t>- </a:t>
            </a:r>
            <a:fld id="{895A967F-7275-4AAF-92B2-4A9A02DCCEF5}" type="slidenum">
              <a:rPr lang="fr-FR"/>
              <a:pPr/>
              <a:t>‹#›</a:t>
            </a:fld>
            <a:endParaRPr lang="fr-FR"/>
          </a:p>
        </p:txBody>
      </p:sp>
    </p:spTree>
  </p:cSld>
  <p:clrMapOvr>
    <a:masterClrMapping/>
  </p:clrMapOvr>
</p:sldLayout>
</file>

<file path=ppt/slideLayouts/slideLayout10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/>
              <a:t>- </a:t>
            </a:r>
            <a:fld id="{325A1E73-450A-4F5B-B75D-C9973110F832}" type="slidenum">
              <a:rPr lang="fr-FR"/>
              <a:pPr/>
              <a:t>‹#›</a:t>
            </a:fld>
            <a:endParaRPr lang="fr-FR"/>
          </a:p>
        </p:txBody>
      </p:sp>
    </p:spTree>
  </p:cSld>
  <p:clrMapOvr>
    <a:masterClrMapping/>
  </p:clrMapOvr>
</p:sldLayout>
</file>

<file path=ppt/slideLayouts/slideLayout1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/>
              <a:t>- </a:t>
            </a:r>
            <a:fld id="{6894ACC6-9098-4BD3-A350-4A53936C8E50}" type="slidenum">
              <a:rPr lang="fr-FR"/>
              <a:pPr/>
              <a:t>‹#›</a:t>
            </a:fld>
            <a:endParaRPr lang="fr-FR"/>
          </a:p>
        </p:txBody>
      </p:sp>
    </p:spTree>
  </p:cSld>
  <p:clrMapOvr>
    <a:masterClrMapping/>
  </p:clrMapOvr>
</p:sldLayout>
</file>

<file path=ppt/slideLayouts/slideLayout1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7005638" y="350838"/>
            <a:ext cx="1884362" cy="6069012"/>
          </a:xfrm>
        </p:spPr>
        <p:txBody>
          <a:bodyPr vert="eaVert"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1349375" y="350838"/>
            <a:ext cx="5503863" cy="6069012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/>
              <a:t>- </a:t>
            </a:r>
            <a:fld id="{89BD723A-C6BC-457B-919D-546286457FAF}" type="slidenum">
              <a:rPr lang="fr-FR"/>
              <a:pPr/>
              <a:t>‹#›</a:t>
            </a:fld>
            <a:endParaRPr lang="fr-FR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image" Target="../media/image3.jpeg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0.xml"/><Relationship Id="rId13" Type="http://schemas.openxmlformats.org/officeDocument/2006/relationships/image" Target="../media/image5.png"/><Relationship Id="rId3" Type="http://schemas.openxmlformats.org/officeDocument/2006/relationships/slideLayout" Target="../slideLayouts/slideLayout25.xml"/><Relationship Id="rId7" Type="http://schemas.openxmlformats.org/officeDocument/2006/relationships/slideLayout" Target="../slideLayouts/slideLayout29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24.xml"/><Relationship Id="rId1" Type="http://schemas.openxmlformats.org/officeDocument/2006/relationships/slideLayout" Target="../slideLayouts/slideLayout23.xml"/><Relationship Id="rId6" Type="http://schemas.openxmlformats.org/officeDocument/2006/relationships/slideLayout" Target="../slideLayouts/slideLayout28.xml"/><Relationship Id="rId11" Type="http://schemas.openxmlformats.org/officeDocument/2006/relationships/slideLayout" Target="../slideLayouts/slideLayout33.xml"/><Relationship Id="rId5" Type="http://schemas.openxmlformats.org/officeDocument/2006/relationships/slideLayout" Target="../slideLayouts/slideLayout27.xml"/><Relationship Id="rId10" Type="http://schemas.openxmlformats.org/officeDocument/2006/relationships/slideLayout" Target="../slideLayouts/slideLayout32.xml"/><Relationship Id="rId4" Type="http://schemas.openxmlformats.org/officeDocument/2006/relationships/slideLayout" Target="../slideLayouts/slideLayout26.xml"/><Relationship Id="rId9" Type="http://schemas.openxmlformats.org/officeDocument/2006/relationships/slideLayout" Target="../slideLayouts/slideLayout31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1.xml"/><Relationship Id="rId13" Type="http://schemas.openxmlformats.org/officeDocument/2006/relationships/image" Target="../media/image3.jpeg"/><Relationship Id="rId3" Type="http://schemas.openxmlformats.org/officeDocument/2006/relationships/slideLayout" Target="../slideLayouts/slideLayout36.xml"/><Relationship Id="rId7" Type="http://schemas.openxmlformats.org/officeDocument/2006/relationships/slideLayout" Target="../slideLayouts/slideLayout40.xml"/><Relationship Id="rId12" Type="http://schemas.openxmlformats.org/officeDocument/2006/relationships/theme" Target="../theme/theme4.xml"/><Relationship Id="rId2" Type="http://schemas.openxmlformats.org/officeDocument/2006/relationships/slideLayout" Target="../slideLayouts/slideLayout35.xml"/><Relationship Id="rId1" Type="http://schemas.openxmlformats.org/officeDocument/2006/relationships/slideLayout" Target="../slideLayouts/slideLayout34.xml"/><Relationship Id="rId6" Type="http://schemas.openxmlformats.org/officeDocument/2006/relationships/slideLayout" Target="../slideLayouts/slideLayout39.xml"/><Relationship Id="rId11" Type="http://schemas.openxmlformats.org/officeDocument/2006/relationships/slideLayout" Target="../slideLayouts/slideLayout44.xml"/><Relationship Id="rId5" Type="http://schemas.openxmlformats.org/officeDocument/2006/relationships/slideLayout" Target="../slideLayouts/slideLayout38.xml"/><Relationship Id="rId10" Type="http://schemas.openxmlformats.org/officeDocument/2006/relationships/slideLayout" Target="../slideLayouts/slideLayout43.xml"/><Relationship Id="rId4" Type="http://schemas.openxmlformats.org/officeDocument/2006/relationships/slideLayout" Target="../slideLayouts/slideLayout37.xml"/><Relationship Id="rId9" Type="http://schemas.openxmlformats.org/officeDocument/2006/relationships/slideLayout" Target="../slideLayouts/slideLayout42.xml"/></Relationships>
</file>

<file path=ppt/slideMasters/_rels/slideMaster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52.xml"/><Relationship Id="rId13" Type="http://schemas.openxmlformats.org/officeDocument/2006/relationships/image" Target="../media/image8.jpeg"/><Relationship Id="rId3" Type="http://schemas.openxmlformats.org/officeDocument/2006/relationships/slideLayout" Target="../slideLayouts/slideLayout47.xml"/><Relationship Id="rId7" Type="http://schemas.openxmlformats.org/officeDocument/2006/relationships/slideLayout" Target="../slideLayouts/slideLayout51.xml"/><Relationship Id="rId12" Type="http://schemas.openxmlformats.org/officeDocument/2006/relationships/theme" Target="../theme/theme5.xml"/><Relationship Id="rId2" Type="http://schemas.openxmlformats.org/officeDocument/2006/relationships/slideLayout" Target="../slideLayouts/slideLayout46.xml"/><Relationship Id="rId1" Type="http://schemas.openxmlformats.org/officeDocument/2006/relationships/slideLayout" Target="../slideLayouts/slideLayout45.xml"/><Relationship Id="rId6" Type="http://schemas.openxmlformats.org/officeDocument/2006/relationships/slideLayout" Target="../slideLayouts/slideLayout50.xml"/><Relationship Id="rId11" Type="http://schemas.openxmlformats.org/officeDocument/2006/relationships/slideLayout" Target="../slideLayouts/slideLayout55.xml"/><Relationship Id="rId5" Type="http://schemas.openxmlformats.org/officeDocument/2006/relationships/slideLayout" Target="../slideLayouts/slideLayout49.xml"/><Relationship Id="rId10" Type="http://schemas.openxmlformats.org/officeDocument/2006/relationships/slideLayout" Target="../slideLayouts/slideLayout54.xml"/><Relationship Id="rId4" Type="http://schemas.openxmlformats.org/officeDocument/2006/relationships/slideLayout" Target="../slideLayouts/slideLayout48.xml"/><Relationship Id="rId9" Type="http://schemas.openxmlformats.org/officeDocument/2006/relationships/slideLayout" Target="../slideLayouts/slideLayout53.xml"/></Relationships>
</file>

<file path=ppt/slideMasters/_rels/slideMaster6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63.xml"/><Relationship Id="rId13" Type="http://schemas.openxmlformats.org/officeDocument/2006/relationships/image" Target="../media/image10.jpeg"/><Relationship Id="rId3" Type="http://schemas.openxmlformats.org/officeDocument/2006/relationships/slideLayout" Target="../slideLayouts/slideLayout58.xml"/><Relationship Id="rId7" Type="http://schemas.openxmlformats.org/officeDocument/2006/relationships/slideLayout" Target="../slideLayouts/slideLayout62.xml"/><Relationship Id="rId12" Type="http://schemas.openxmlformats.org/officeDocument/2006/relationships/theme" Target="../theme/theme6.xml"/><Relationship Id="rId2" Type="http://schemas.openxmlformats.org/officeDocument/2006/relationships/slideLayout" Target="../slideLayouts/slideLayout57.xml"/><Relationship Id="rId1" Type="http://schemas.openxmlformats.org/officeDocument/2006/relationships/slideLayout" Target="../slideLayouts/slideLayout56.xml"/><Relationship Id="rId6" Type="http://schemas.openxmlformats.org/officeDocument/2006/relationships/slideLayout" Target="../slideLayouts/slideLayout61.xml"/><Relationship Id="rId11" Type="http://schemas.openxmlformats.org/officeDocument/2006/relationships/slideLayout" Target="../slideLayouts/slideLayout66.xml"/><Relationship Id="rId5" Type="http://schemas.openxmlformats.org/officeDocument/2006/relationships/slideLayout" Target="../slideLayouts/slideLayout60.xml"/><Relationship Id="rId10" Type="http://schemas.openxmlformats.org/officeDocument/2006/relationships/slideLayout" Target="../slideLayouts/slideLayout65.xml"/><Relationship Id="rId4" Type="http://schemas.openxmlformats.org/officeDocument/2006/relationships/slideLayout" Target="../slideLayouts/slideLayout59.xml"/><Relationship Id="rId9" Type="http://schemas.openxmlformats.org/officeDocument/2006/relationships/slideLayout" Target="../slideLayouts/slideLayout64.xml"/></Relationships>
</file>

<file path=ppt/slideMasters/_rels/slideMaster7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74.xml"/><Relationship Id="rId13" Type="http://schemas.openxmlformats.org/officeDocument/2006/relationships/image" Target="../media/image12.jpeg"/><Relationship Id="rId3" Type="http://schemas.openxmlformats.org/officeDocument/2006/relationships/slideLayout" Target="../slideLayouts/slideLayout69.xml"/><Relationship Id="rId7" Type="http://schemas.openxmlformats.org/officeDocument/2006/relationships/slideLayout" Target="../slideLayouts/slideLayout73.xml"/><Relationship Id="rId12" Type="http://schemas.openxmlformats.org/officeDocument/2006/relationships/theme" Target="../theme/theme7.xml"/><Relationship Id="rId2" Type="http://schemas.openxmlformats.org/officeDocument/2006/relationships/slideLayout" Target="../slideLayouts/slideLayout68.xml"/><Relationship Id="rId1" Type="http://schemas.openxmlformats.org/officeDocument/2006/relationships/slideLayout" Target="../slideLayouts/slideLayout67.xml"/><Relationship Id="rId6" Type="http://schemas.openxmlformats.org/officeDocument/2006/relationships/slideLayout" Target="../slideLayouts/slideLayout72.xml"/><Relationship Id="rId11" Type="http://schemas.openxmlformats.org/officeDocument/2006/relationships/slideLayout" Target="../slideLayouts/slideLayout77.xml"/><Relationship Id="rId5" Type="http://schemas.openxmlformats.org/officeDocument/2006/relationships/slideLayout" Target="../slideLayouts/slideLayout71.xml"/><Relationship Id="rId10" Type="http://schemas.openxmlformats.org/officeDocument/2006/relationships/slideLayout" Target="../slideLayouts/slideLayout76.xml"/><Relationship Id="rId4" Type="http://schemas.openxmlformats.org/officeDocument/2006/relationships/slideLayout" Target="../slideLayouts/slideLayout70.xml"/><Relationship Id="rId9" Type="http://schemas.openxmlformats.org/officeDocument/2006/relationships/slideLayout" Target="../slideLayouts/slideLayout75.xml"/></Relationships>
</file>

<file path=ppt/slideMasters/_rels/slideMaster8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5.xml"/><Relationship Id="rId13" Type="http://schemas.openxmlformats.org/officeDocument/2006/relationships/image" Target="../media/image14.jpeg"/><Relationship Id="rId3" Type="http://schemas.openxmlformats.org/officeDocument/2006/relationships/slideLayout" Target="../slideLayouts/slideLayout80.xml"/><Relationship Id="rId7" Type="http://schemas.openxmlformats.org/officeDocument/2006/relationships/slideLayout" Target="../slideLayouts/slideLayout84.xml"/><Relationship Id="rId12" Type="http://schemas.openxmlformats.org/officeDocument/2006/relationships/theme" Target="../theme/theme8.xml"/><Relationship Id="rId2" Type="http://schemas.openxmlformats.org/officeDocument/2006/relationships/slideLayout" Target="../slideLayouts/slideLayout79.xml"/><Relationship Id="rId1" Type="http://schemas.openxmlformats.org/officeDocument/2006/relationships/slideLayout" Target="../slideLayouts/slideLayout78.xml"/><Relationship Id="rId6" Type="http://schemas.openxmlformats.org/officeDocument/2006/relationships/slideLayout" Target="../slideLayouts/slideLayout83.xml"/><Relationship Id="rId11" Type="http://schemas.openxmlformats.org/officeDocument/2006/relationships/slideLayout" Target="../slideLayouts/slideLayout88.xml"/><Relationship Id="rId5" Type="http://schemas.openxmlformats.org/officeDocument/2006/relationships/slideLayout" Target="../slideLayouts/slideLayout82.xml"/><Relationship Id="rId10" Type="http://schemas.openxmlformats.org/officeDocument/2006/relationships/slideLayout" Target="../slideLayouts/slideLayout87.xml"/><Relationship Id="rId4" Type="http://schemas.openxmlformats.org/officeDocument/2006/relationships/slideLayout" Target="../slideLayouts/slideLayout81.xml"/><Relationship Id="rId9" Type="http://schemas.openxmlformats.org/officeDocument/2006/relationships/slideLayout" Target="../slideLayouts/slideLayout86.xml"/></Relationships>
</file>

<file path=ppt/slideMasters/_rels/slideMaster9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96.xml"/><Relationship Id="rId13" Type="http://schemas.openxmlformats.org/officeDocument/2006/relationships/theme" Target="../theme/theme9.xml"/><Relationship Id="rId3" Type="http://schemas.openxmlformats.org/officeDocument/2006/relationships/slideLayout" Target="../slideLayouts/slideLayout91.xml"/><Relationship Id="rId7" Type="http://schemas.openxmlformats.org/officeDocument/2006/relationships/slideLayout" Target="../slideLayouts/slideLayout95.xml"/><Relationship Id="rId12" Type="http://schemas.openxmlformats.org/officeDocument/2006/relationships/slideLayout" Target="../slideLayouts/slideLayout100.xml"/><Relationship Id="rId2" Type="http://schemas.openxmlformats.org/officeDocument/2006/relationships/slideLayout" Target="../slideLayouts/slideLayout90.xml"/><Relationship Id="rId1" Type="http://schemas.openxmlformats.org/officeDocument/2006/relationships/slideLayout" Target="../slideLayouts/slideLayout89.xml"/><Relationship Id="rId6" Type="http://schemas.openxmlformats.org/officeDocument/2006/relationships/slideLayout" Target="../slideLayouts/slideLayout94.xml"/><Relationship Id="rId11" Type="http://schemas.openxmlformats.org/officeDocument/2006/relationships/slideLayout" Target="../slideLayouts/slideLayout99.xml"/><Relationship Id="rId5" Type="http://schemas.openxmlformats.org/officeDocument/2006/relationships/slideLayout" Target="../slideLayouts/slideLayout93.xml"/><Relationship Id="rId10" Type="http://schemas.openxmlformats.org/officeDocument/2006/relationships/slideLayout" Target="../slideLayouts/slideLayout98.xml"/><Relationship Id="rId4" Type="http://schemas.openxmlformats.org/officeDocument/2006/relationships/slideLayout" Target="../slideLayouts/slideLayout92.xml"/><Relationship Id="rId9" Type="http://schemas.openxmlformats.org/officeDocument/2006/relationships/slideLayout" Target="../slideLayouts/slideLayout97.xml"/><Relationship Id="rId14" Type="http://schemas.openxmlformats.org/officeDocument/2006/relationships/image" Target="../media/image16.jpeg"/></Relationships>
</file>

<file path=ppt/slideMasters/_rels/slideMaster10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08.xml"/><Relationship Id="rId13" Type="http://schemas.openxmlformats.org/officeDocument/2006/relationships/image" Target="../media/image19.jpeg"/><Relationship Id="rId3" Type="http://schemas.openxmlformats.org/officeDocument/2006/relationships/slideLayout" Target="../slideLayouts/slideLayout103.xml"/><Relationship Id="rId7" Type="http://schemas.openxmlformats.org/officeDocument/2006/relationships/slideLayout" Target="../slideLayouts/slideLayout107.xml"/><Relationship Id="rId12" Type="http://schemas.openxmlformats.org/officeDocument/2006/relationships/theme" Target="../theme/theme10.xml"/><Relationship Id="rId2" Type="http://schemas.openxmlformats.org/officeDocument/2006/relationships/slideLayout" Target="../slideLayouts/slideLayout102.xml"/><Relationship Id="rId1" Type="http://schemas.openxmlformats.org/officeDocument/2006/relationships/slideLayout" Target="../slideLayouts/slideLayout101.xml"/><Relationship Id="rId6" Type="http://schemas.openxmlformats.org/officeDocument/2006/relationships/slideLayout" Target="../slideLayouts/slideLayout106.xml"/><Relationship Id="rId11" Type="http://schemas.openxmlformats.org/officeDocument/2006/relationships/slideLayout" Target="../slideLayouts/slideLayout111.xml"/><Relationship Id="rId5" Type="http://schemas.openxmlformats.org/officeDocument/2006/relationships/slideLayout" Target="../slideLayouts/slideLayout105.xml"/><Relationship Id="rId10" Type="http://schemas.openxmlformats.org/officeDocument/2006/relationships/slideLayout" Target="../slideLayouts/slideLayout110.xml"/><Relationship Id="rId4" Type="http://schemas.openxmlformats.org/officeDocument/2006/relationships/slideLayout" Target="../slideLayouts/slideLayout104.xml"/><Relationship Id="rId9" Type="http://schemas.openxmlformats.org/officeDocument/2006/relationships/slideLayout" Target="../slideLayouts/slideLayout10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7113" name="Picture 9" descr="introduction"/>
          <p:cNvPicPr>
            <a:picLocks noChangeAspect="1" noChangeArrowheads="1"/>
          </p:cNvPicPr>
          <p:nvPr/>
        </p:nvPicPr>
        <p:blipFill>
          <a:blip r:embed="rId13" cstate="print"/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</p:spPr>
      </p:pic>
      <p:sp>
        <p:nvSpPr>
          <p:cNvPr id="47107" name="Rectangle 3"/>
          <p:cNvSpPr>
            <a:spLocks noGrp="1" noChangeArrowheads="1"/>
          </p:cNvSpPr>
          <p:nvPr>
            <p:ph type="title"/>
          </p:nvPr>
        </p:nvSpPr>
        <p:spPr bwMode="gray">
          <a:xfrm>
            <a:off x="1349375" y="474663"/>
            <a:ext cx="7540625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fr-FR"/>
              <a:t>Cliquez pour modifier le style du titre</a:t>
            </a:r>
          </a:p>
        </p:txBody>
      </p:sp>
      <p:sp>
        <p:nvSpPr>
          <p:cNvPr id="47108" name="Rectangle 4"/>
          <p:cNvSpPr>
            <a:spLocks noGrp="1" noChangeArrowheads="1"/>
          </p:cNvSpPr>
          <p:nvPr>
            <p:ph type="body" idx="1"/>
          </p:nvPr>
        </p:nvSpPr>
        <p:spPr bwMode="gray">
          <a:xfrm>
            <a:off x="1349375" y="1844675"/>
            <a:ext cx="7540625" cy="46132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7109" name="Rectangle 5"/>
          <p:cNvSpPr>
            <a:spLocks noGrp="1" noChangeArrowheads="1"/>
          </p:cNvSpPr>
          <p:nvPr>
            <p:ph type="dt" sz="half" idx="2"/>
          </p:nvPr>
        </p:nvSpPr>
        <p:spPr bwMode="white">
          <a:xfrm>
            <a:off x="6577013" y="6489700"/>
            <a:ext cx="2012950" cy="273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</a:bodyPr>
          <a:lstStyle>
            <a:lvl1pPr algn="r">
              <a:defRPr sz="1100">
                <a:solidFill>
                  <a:schemeClr val="bg1"/>
                </a:solidFill>
              </a:defRPr>
            </a:lvl1pPr>
          </a:lstStyle>
          <a:p>
            <a:endParaRPr lang="fr-FR"/>
          </a:p>
        </p:txBody>
      </p:sp>
      <p:sp>
        <p:nvSpPr>
          <p:cNvPr id="47110" name="Rectangle 6"/>
          <p:cNvSpPr>
            <a:spLocks noGrp="1" noChangeArrowheads="1"/>
          </p:cNvSpPr>
          <p:nvPr>
            <p:ph type="ftr" sz="quarter" idx="3"/>
          </p:nvPr>
        </p:nvSpPr>
        <p:spPr bwMode="white">
          <a:xfrm>
            <a:off x="1349375" y="6488113"/>
            <a:ext cx="5218113" cy="273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</a:bodyPr>
          <a:lstStyle>
            <a:lvl1pPr>
              <a:defRPr sz="1100" b="1">
                <a:solidFill>
                  <a:schemeClr val="bg1"/>
                </a:solidFill>
              </a:defRPr>
            </a:lvl1pPr>
          </a:lstStyle>
          <a:p>
            <a:endParaRPr lang="fr-FR"/>
          </a:p>
        </p:txBody>
      </p:sp>
      <p:sp>
        <p:nvSpPr>
          <p:cNvPr id="47114" name="Rectangle 10"/>
          <p:cNvSpPr>
            <a:spLocks noGrp="1" noChangeArrowheads="1"/>
          </p:cNvSpPr>
          <p:nvPr>
            <p:ph type="sldNum" sz="quarter" idx="4"/>
          </p:nvPr>
        </p:nvSpPr>
        <p:spPr bwMode="white">
          <a:xfrm>
            <a:off x="8618538" y="6488113"/>
            <a:ext cx="525462" cy="273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</a:bodyPr>
          <a:lstStyle>
            <a:lvl1pPr>
              <a:defRPr sz="1100">
                <a:solidFill>
                  <a:schemeClr val="bg1"/>
                </a:solidFill>
              </a:defRPr>
            </a:lvl1pPr>
          </a:lstStyle>
          <a:p>
            <a:r>
              <a:rPr lang="fr-FR"/>
              <a:t>- </a:t>
            </a:r>
            <a:fld id="{7656AFE1-C344-4F0D-BA28-107D713EA2EA}" type="slidenum">
              <a:rPr lang="fr-FR"/>
              <a:pPr/>
              <a:t>‹#›</a:t>
            </a:fld>
            <a:endParaRPr 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4" r:id="rId1"/>
    <p:sldLayoutId id="2147483669" r:id="rId2"/>
    <p:sldLayoutId id="2147483670" r:id="rId3"/>
    <p:sldLayoutId id="2147483671" r:id="rId4"/>
    <p:sldLayoutId id="2147483672" r:id="rId5"/>
    <p:sldLayoutId id="2147483673" r:id="rId6"/>
    <p:sldLayoutId id="2147483674" r:id="rId7"/>
    <p:sldLayoutId id="2147483675" r:id="rId8"/>
    <p:sldLayoutId id="2147483676" r:id="rId9"/>
    <p:sldLayoutId id="2147483677" r:id="rId10"/>
    <p:sldLayoutId id="2147483678" r:id="rId11"/>
  </p:sldLayoutIdLst>
  <p:hf hdr="0" ftr="0"/>
  <p:txStyles>
    <p:titleStyle>
      <a:lvl1pPr algn="l" rtl="0" eaLnBrk="1" fontAlgn="base" hangingPunct="1">
        <a:spcBef>
          <a:spcPct val="0"/>
        </a:spcBef>
        <a:spcAft>
          <a:spcPct val="0"/>
        </a:spcAft>
        <a:defRPr sz="3300" b="1">
          <a:solidFill>
            <a:schemeClr val="bg1"/>
          </a:solidFill>
          <a:latin typeface="+mj-lt"/>
          <a:ea typeface="+mj-ea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3300" b="1">
          <a:solidFill>
            <a:schemeClr val="bg1"/>
          </a:solidFill>
          <a:latin typeface="Arial" charset="0"/>
          <a:cs typeface="Arial" charset="0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3300" b="1">
          <a:solidFill>
            <a:schemeClr val="bg1"/>
          </a:solidFill>
          <a:latin typeface="Arial" charset="0"/>
          <a:cs typeface="Arial" charset="0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3300" b="1">
          <a:solidFill>
            <a:schemeClr val="bg1"/>
          </a:solidFill>
          <a:latin typeface="Arial" charset="0"/>
          <a:cs typeface="Arial" charset="0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3300" b="1">
          <a:solidFill>
            <a:schemeClr val="bg1"/>
          </a:solidFill>
          <a:latin typeface="Arial" charset="0"/>
          <a:cs typeface="Arial" charset="0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3300" b="1">
          <a:solidFill>
            <a:schemeClr val="bg1"/>
          </a:solidFill>
          <a:latin typeface="Arial" charset="0"/>
          <a:cs typeface="Arial" charset="0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3300" b="1">
          <a:solidFill>
            <a:schemeClr val="bg1"/>
          </a:solidFill>
          <a:latin typeface="Arial" charset="0"/>
          <a:cs typeface="Arial" charset="0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3300" b="1">
          <a:solidFill>
            <a:schemeClr val="bg1"/>
          </a:solidFill>
          <a:latin typeface="Arial" charset="0"/>
          <a:cs typeface="Arial" charset="0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3300" b="1">
          <a:solidFill>
            <a:schemeClr val="bg1"/>
          </a:solidFill>
          <a:latin typeface="Arial" charset="0"/>
          <a:cs typeface="Arial" charset="0"/>
        </a:defRPr>
      </a:lvl9pPr>
    </p:titleStyle>
    <p:bodyStyle>
      <a:lvl1pPr algn="l" rtl="0" eaLnBrk="1" fontAlgn="base" hangingPunct="1">
        <a:lnSpc>
          <a:spcPct val="120000"/>
        </a:lnSpc>
        <a:spcBef>
          <a:spcPct val="0"/>
        </a:spcBef>
        <a:spcAft>
          <a:spcPct val="0"/>
        </a:spcAft>
        <a:defRPr sz="1600">
          <a:solidFill>
            <a:schemeClr val="bg1"/>
          </a:solidFill>
          <a:latin typeface="+mn-lt"/>
          <a:ea typeface="+mn-ea"/>
          <a:cs typeface="+mn-cs"/>
        </a:defRPr>
      </a:lvl1pPr>
      <a:lvl2pPr marL="220663" indent="-219075" algn="l" rtl="0" eaLnBrk="1" fontAlgn="base" hangingPunct="1">
        <a:lnSpc>
          <a:spcPct val="120000"/>
        </a:lnSpc>
        <a:spcBef>
          <a:spcPct val="0"/>
        </a:spcBef>
        <a:spcAft>
          <a:spcPct val="0"/>
        </a:spcAft>
        <a:buClr>
          <a:schemeClr val="bg1"/>
        </a:buClr>
        <a:buChar char="•"/>
        <a:defRPr sz="1600">
          <a:solidFill>
            <a:schemeClr val="bg1"/>
          </a:solidFill>
          <a:latin typeface="+mn-lt"/>
          <a:cs typeface="+mn-cs"/>
        </a:defRPr>
      </a:lvl2pPr>
      <a:lvl3pPr marL="554038" indent="-127000" algn="l" rtl="0" eaLnBrk="1" fontAlgn="base" hangingPunct="1">
        <a:lnSpc>
          <a:spcPct val="120000"/>
        </a:lnSpc>
        <a:spcBef>
          <a:spcPct val="0"/>
        </a:spcBef>
        <a:spcAft>
          <a:spcPct val="0"/>
        </a:spcAft>
        <a:buFont typeface="Arial" charset="0"/>
        <a:buChar char="-"/>
        <a:defRPr sz="1600">
          <a:solidFill>
            <a:schemeClr val="bg1"/>
          </a:solidFill>
          <a:latin typeface="+mn-lt"/>
          <a:cs typeface="+mn-cs"/>
        </a:defRPr>
      </a:lvl3pPr>
      <a:lvl4pPr marL="555625" algn="l" rtl="0" eaLnBrk="1" fontAlgn="base" hangingPunct="1">
        <a:lnSpc>
          <a:spcPct val="120000"/>
        </a:lnSpc>
        <a:spcBef>
          <a:spcPct val="0"/>
        </a:spcBef>
        <a:spcAft>
          <a:spcPct val="0"/>
        </a:spcAft>
        <a:defRPr sz="1400">
          <a:solidFill>
            <a:schemeClr val="bg1"/>
          </a:solidFill>
          <a:latin typeface="+mn-lt"/>
          <a:cs typeface="+mn-cs"/>
        </a:defRPr>
      </a:lvl4pPr>
      <a:lvl5pPr marL="557213" algn="l" rtl="0" eaLnBrk="1" fontAlgn="base" hangingPunct="1">
        <a:lnSpc>
          <a:spcPct val="120000"/>
        </a:lnSpc>
        <a:spcBef>
          <a:spcPct val="0"/>
        </a:spcBef>
        <a:spcAft>
          <a:spcPct val="0"/>
        </a:spcAft>
        <a:defRPr sz="1200">
          <a:solidFill>
            <a:schemeClr val="bg1"/>
          </a:solidFill>
          <a:latin typeface="+mn-lt"/>
          <a:cs typeface="+mn-cs"/>
        </a:defRPr>
      </a:lvl5pPr>
      <a:lvl6pPr marL="1014413" algn="l" rtl="0" eaLnBrk="1" fontAlgn="base" hangingPunct="1">
        <a:lnSpc>
          <a:spcPct val="120000"/>
        </a:lnSpc>
        <a:spcBef>
          <a:spcPct val="0"/>
        </a:spcBef>
        <a:spcAft>
          <a:spcPct val="0"/>
        </a:spcAft>
        <a:defRPr sz="1200">
          <a:solidFill>
            <a:schemeClr val="bg1"/>
          </a:solidFill>
          <a:latin typeface="+mn-lt"/>
          <a:cs typeface="+mn-cs"/>
        </a:defRPr>
      </a:lvl6pPr>
      <a:lvl7pPr marL="1471613" algn="l" rtl="0" eaLnBrk="1" fontAlgn="base" hangingPunct="1">
        <a:lnSpc>
          <a:spcPct val="120000"/>
        </a:lnSpc>
        <a:spcBef>
          <a:spcPct val="0"/>
        </a:spcBef>
        <a:spcAft>
          <a:spcPct val="0"/>
        </a:spcAft>
        <a:defRPr sz="1200">
          <a:solidFill>
            <a:schemeClr val="bg1"/>
          </a:solidFill>
          <a:latin typeface="+mn-lt"/>
          <a:cs typeface="+mn-cs"/>
        </a:defRPr>
      </a:lvl7pPr>
      <a:lvl8pPr marL="1928813" algn="l" rtl="0" eaLnBrk="1" fontAlgn="base" hangingPunct="1">
        <a:lnSpc>
          <a:spcPct val="120000"/>
        </a:lnSpc>
        <a:spcBef>
          <a:spcPct val="0"/>
        </a:spcBef>
        <a:spcAft>
          <a:spcPct val="0"/>
        </a:spcAft>
        <a:defRPr sz="1200">
          <a:solidFill>
            <a:schemeClr val="bg1"/>
          </a:solidFill>
          <a:latin typeface="+mn-lt"/>
          <a:cs typeface="+mn-cs"/>
        </a:defRPr>
      </a:lvl8pPr>
      <a:lvl9pPr marL="2386013" algn="l" rtl="0" eaLnBrk="1" fontAlgn="base" hangingPunct="1">
        <a:lnSpc>
          <a:spcPct val="120000"/>
        </a:lnSpc>
        <a:spcBef>
          <a:spcPct val="0"/>
        </a:spcBef>
        <a:spcAft>
          <a:spcPct val="0"/>
        </a:spcAft>
        <a:defRPr sz="1200">
          <a:solidFill>
            <a:schemeClr val="bg1"/>
          </a:solidFill>
          <a:latin typeface="+mn-lt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5650" name="Picture 2" descr="bandeau_texte_rouge"/>
          <p:cNvPicPr>
            <a:picLocks noChangeAspect="1" noChangeArrowheads="1"/>
          </p:cNvPicPr>
          <p:nvPr/>
        </p:nvPicPr>
        <p:blipFill>
          <a:blip r:embed="rId13" cstate="print"/>
          <a:srcRect/>
          <a:stretch>
            <a:fillRect/>
          </a:stretch>
        </p:blipFill>
        <p:spPr bwMode="auto">
          <a:xfrm>
            <a:off x="0" y="5778500"/>
            <a:ext cx="9144000" cy="1079500"/>
          </a:xfrm>
          <a:prstGeom prst="rect">
            <a:avLst/>
          </a:prstGeom>
          <a:noFill/>
        </p:spPr>
      </p:pic>
      <p:sp>
        <p:nvSpPr>
          <p:cNvPr id="155651" name="Rectangle 3"/>
          <p:cNvSpPr>
            <a:spLocks noGrp="1" noChangeArrowheads="1"/>
          </p:cNvSpPr>
          <p:nvPr>
            <p:ph type="title"/>
          </p:nvPr>
        </p:nvSpPr>
        <p:spPr bwMode="gray">
          <a:xfrm>
            <a:off x="1349375" y="474663"/>
            <a:ext cx="7540625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fr-FR"/>
              <a:t>Cliquez pour modifier le style du titre</a:t>
            </a:r>
          </a:p>
        </p:txBody>
      </p:sp>
      <p:sp>
        <p:nvSpPr>
          <p:cNvPr id="155652" name="Rectangle 4"/>
          <p:cNvSpPr>
            <a:spLocks noGrp="1" noChangeArrowheads="1"/>
          </p:cNvSpPr>
          <p:nvPr>
            <p:ph type="body" idx="1"/>
          </p:nvPr>
        </p:nvSpPr>
        <p:spPr bwMode="gray">
          <a:xfrm>
            <a:off x="1349375" y="2187575"/>
            <a:ext cx="7540625" cy="42037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155653" name="Rectangle 5"/>
          <p:cNvSpPr>
            <a:spLocks noGrp="1" noChangeArrowheads="1"/>
          </p:cNvSpPr>
          <p:nvPr>
            <p:ph type="dt" sz="half" idx="2"/>
          </p:nvPr>
        </p:nvSpPr>
        <p:spPr bwMode="white">
          <a:xfrm>
            <a:off x="6578600" y="6489700"/>
            <a:ext cx="2011363" cy="273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</a:bodyPr>
          <a:lstStyle>
            <a:lvl1pPr algn="r">
              <a:defRPr sz="1100">
                <a:solidFill>
                  <a:schemeClr val="bg1"/>
                </a:solidFill>
              </a:defRPr>
            </a:lvl1pPr>
          </a:lstStyle>
          <a:p>
            <a:endParaRPr lang="fr-FR"/>
          </a:p>
        </p:txBody>
      </p:sp>
      <p:sp>
        <p:nvSpPr>
          <p:cNvPr id="155654" name="Rectangle 6"/>
          <p:cNvSpPr>
            <a:spLocks noGrp="1" noChangeArrowheads="1"/>
          </p:cNvSpPr>
          <p:nvPr>
            <p:ph type="ftr" sz="quarter" idx="3"/>
          </p:nvPr>
        </p:nvSpPr>
        <p:spPr bwMode="white">
          <a:xfrm>
            <a:off x="1349375" y="6488113"/>
            <a:ext cx="5218113" cy="273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</a:bodyPr>
          <a:lstStyle>
            <a:lvl1pPr>
              <a:defRPr sz="1100" b="1">
                <a:solidFill>
                  <a:schemeClr val="bg1"/>
                </a:solidFill>
              </a:defRPr>
            </a:lvl1pPr>
          </a:lstStyle>
          <a:p>
            <a:endParaRPr lang="fr-FR"/>
          </a:p>
        </p:txBody>
      </p:sp>
      <p:sp>
        <p:nvSpPr>
          <p:cNvPr id="155656" name="Rectangle 8"/>
          <p:cNvSpPr>
            <a:spLocks noGrp="1" noChangeArrowheads="1"/>
          </p:cNvSpPr>
          <p:nvPr>
            <p:ph type="sldNum" sz="quarter" idx="4"/>
          </p:nvPr>
        </p:nvSpPr>
        <p:spPr bwMode="white">
          <a:xfrm>
            <a:off x="8618538" y="6488113"/>
            <a:ext cx="525462" cy="273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</a:bodyPr>
          <a:lstStyle>
            <a:lvl1pPr>
              <a:defRPr sz="1100">
                <a:solidFill>
                  <a:schemeClr val="bg1"/>
                </a:solidFill>
              </a:defRPr>
            </a:lvl1pPr>
          </a:lstStyle>
          <a:p>
            <a:r>
              <a:rPr lang="fr-FR"/>
              <a:t>- </a:t>
            </a:r>
            <a:fld id="{1BD2A605-6318-47B1-AEC9-AB0744B1492A}" type="slidenum">
              <a:rPr lang="fr-FR"/>
              <a:pPr/>
              <a:t>‹#›</a:t>
            </a:fld>
            <a:endParaRPr 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8" r:id="rId1"/>
    <p:sldLayoutId id="2147483679" r:id="rId2"/>
    <p:sldLayoutId id="2147483680" r:id="rId3"/>
    <p:sldLayoutId id="2147483681" r:id="rId4"/>
    <p:sldLayoutId id="2147483682" r:id="rId5"/>
    <p:sldLayoutId id="2147483683" r:id="rId6"/>
    <p:sldLayoutId id="2147483684" r:id="rId7"/>
    <p:sldLayoutId id="2147483685" r:id="rId8"/>
    <p:sldLayoutId id="2147483686" r:id="rId9"/>
    <p:sldLayoutId id="2147483687" r:id="rId10"/>
    <p:sldLayoutId id="2147483688" r:id="rId11"/>
  </p:sldLayoutIdLst>
  <p:hf hdr="0" ftr="0"/>
  <p:txStyles>
    <p:titleStyle>
      <a:lvl1pPr algn="l" rtl="0" fontAlgn="base">
        <a:spcBef>
          <a:spcPct val="0"/>
        </a:spcBef>
        <a:spcAft>
          <a:spcPct val="0"/>
        </a:spcAft>
        <a:defRPr sz="3300" b="1">
          <a:solidFill>
            <a:schemeClr val="tx2"/>
          </a:solidFill>
          <a:latin typeface="+mj-lt"/>
          <a:ea typeface="+mj-ea"/>
          <a:cs typeface="+mj-cs"/>
        </a:defRPr>
      </a:lvl1pPr>
      <a:lvl2pPr algn="l" rtl="0" fontAlgn="base">
        <a:spcBef>
          <a:spcPct val="0"/>
        </a:spcBef>
        <a:spcAft>
          <a:spcPct val="0"/>
        </a:spcAft>
        <a:defRPr sz="3300" b="1">
          <a:solidFill>
            <a:schemeClr val="tx2"/>
          </a:solidFill>
          <a:latin typeface="Arial" charset="0"/>
          <a:cs typeface="Arial" charset="0"/>
        </a:defRPr>
      </a:lvl2pPr>
      <a:lvl3pPr algn="l" rtl="0" fontAlgn="base">
        <a:spcBef>
          <a:spcPct val="0"/>
        </a:spcBef>
        <a:spcAft>
          <a:spcPct val="0"/>
        </a:spcAft>
        <a:defRPr sz="3300" b="1">
          <a:solidFill>
            <a:schemeClr val="tx2"/>
          </a:solidFill>
          <a:latin typeface="Arial" charset="0"/>
          <a:cs typeface="Arial" charset="0"/>
        </a:defRPr>
      </a:lvl3pPr>
      <a:lvl4pPr algn="l" rtl="0" fontAlgn="base">
        <a:spcBef>
          <a:spcPct val="0"/>
        </a:spcBef>
        <a:spcAft>
          <a:spcPct val="0"/>
        </a:spcAft>
        <a:defRPr sz="3300" b="1">
          <a:solidFill>
            <a:schemeClr val="tx2"/>
          </a:solidFill>
          <a:latin typeface="Arial" charset="0"/>
          <a:cs typeface="Arial" charset="0"/>
        </a:defRPr>
      </a:lvl4pPr>
      <a:lvl5pPr algn="l" rtl="0" fontAlgn="base">
        <a:spcBef>
          <a:spcPct val="0"/>
        </a:spcBef>
        <a:spcAft>
          <a:spcPct val="0"/>
        </a:spcAft>
        <a:defRPr sz="3300" b="1">
          <a:solidFill>
            <a:schemeClr val="tx2"/>
          </a:solidFill>
          <a:latin typeface="Arial" charset="0"/>
          <a:cs typeface="Arial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3300" b="1">
          <a:solidFill>
            <a:schemeClr val="tx2"/>
          </a:solidFill>
          <a:latin typeface="Arial" charset="0"/>
          <a:cs typeface="Arial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3300" b="1">
          <a:solidFill>
            <a:schemeClr val="tx2"/>
          </a:solidFill>
          <a:latin typeface="Arial" charset="0"/>
          <a:cs typeface="Arial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3300" b="1">
          <a:solidFill>
            <a:schemeClr val="tx2"/>
          </a:solidFill>
          <a:latin typeface="Arial" charset="0"/>
          <a:cs typeface="Arial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3300" b="1">
          <a:solidFill>
            <a:schemeClr val="tx2"/>
          </a:solidFill>
          <a:latin typeface="Arial" charset="0"/>
          <a:cs typeface="Arial" charset="0"/>
        </a:defRPr>
      </a:lvl9pPr>
    </p:titleStyle>
    <p:bodyStyle>
      <a:lvl1pPr algn="l" defTabSz="200025" rtl="0" fontAlgn="base">
        <a:lnSpc>
          <a:spcPct val="170000"/>
        </a:lnSpc>
        <a:spcBef>
          <a:spcPct val="0"/>
        </a:spcBef>
        <a:spcAft>
          <a:spcPct val="0"/>
        </a:spcAft>
        <a:defRPr sz="2200">
          <a:solidFill>
            <a:schemeClr val="tx2"/>
          </a:solidFill>
          <a:latin typeface="+mn-lt"/>
          <a:ea typeface="+mn-ea"/>
          <a:cs typeface="+mn-cs"/>
        </a:defRPr>
      </a:lvl1pPr>
      <a:lvl2pPr marL="1588" algn="l" defTabSz="200025" rtl="0" fontAlgn="base">
        <a:lnSpc>
          <a:spcPct val="170000"/>
        </a:lnSpc>
        <a:spcBef>
          <a:spcPct val="0"/>
        </a:spcBef>
        <a:spcAft>
          <a:spcPct val="0"/>
        </a:spcAft>
        <a:buClr>
          <a:schemeClr val="bg2"/>
        </a:buClr>
        <a:defRPr sz="2200">
          <a:solidFill>
            <a:schemeClr val="tx2"/>
          </a:solidFill>
          <a:latin typeface="+mn-lt"/>
          <a:cs typeface="+mn-cs"/>
        </a:defRPr>
      </a:lvl2pPr>
      <a:lvl3pPr marL="3175" algn="l" defTabSz="200025" rtl="0" fontAlgn="base">
        <a:lnSpc>
          <a:spcPct val="170000"/>
        </a:lnSpc>
        <a:spcBef>
          <a:spcPct val="0"/>
        </a:spcBef>
        <a:spcAft>
          <a:spcPct val="0"/>
        </a:spcAft>
        <a:buFont typeface="Arial" charset="0"/>
        <a:defRPr sz="2200">
          <a:solidFill>
            <a:schemeClr val="tx2"/>
          </a:solidFill>
          <a:latin typeface="+mn-lt"/>
          <a:cs typeface="+mn-cs"/>
        </a:defRPr>
      </a:lvl3pPr>
      <a:lvl4pPr marL="4763" algn="l" defTabSz="200025" rtl="0" fontAlgn="base">
        <a:lnSpc>
          <a:spcPct val="170000"/>
        </a:lnSpc>
        <a:spcBef>
          <a:spcPct val="0"/>
        </a:spcBef>
        <a:spcAft>
          <a:spcPct val="0"/>
        </a:spcAft>
        <a:defRPr sz="2200">
          <a:solidFill>
            <a:schemeClr val="tx2"/>
          </a:solidFill>
          <a:latin typeface="+mn-lt"/>
          <a:cs typeface="+mn-cs"/>
        </a:defRPr>
      </a:lvl4pPr>
      <a:lvl5pPr marL="6350" algn="l" defTabSz="200025" rtl="0" fontAlgn="base">
        <a:lnSpc>
          <a:spcPct val="170000"/>
        </a:lnSpc>
        <a:spcBef>
          <a:spcPct val="0"/>
        </a:spcBef>
        <a:spcAft>
          <a:spcPct val="0"/>
        </a:spcAft>
        <a:defRPr sz="2200">
          <a:solidFill>
            <a:schemeClr val="tx2"/>
          </a:solidFill>
          <a:latin typeface="+mn-lt"/>
          <a:cs typeface="+mn-cs"/>
        </a:defRPr>
      </a:lvl5pPr>
      <a:lvl6pPr marL="463550" algn="l" defTabSz="200025" rtl="0" fontAlgn="base">
        <a:lnSpc>
          <a:spcPct val="170000"/>
        </a:lnSpc>
        <a:spcBef>
          <a:spcPct val="0"/>
        </a:spcBef>
        <a:spcAft>
          <a:spcPct val="0"/>
        </a:spcAft>
        <a:defRPr sz="2200">
          <a:solidFill>
            <a:schemeClr val="tx2"/>
          </a:solidFill>
          <a:latin typeface="+mn-lt"/>
          <a:cs typeface="+mn-cs"/>
        </a:defRPr>
      </a:lvl6pPr>
      <a:lvl7pPr marL="920750" algn="l" defTabSz="200025" rtl="0" fontAlgn="base">
        <a:lnSpc>
          <a:spcPct val="170000"/>
        </a:lnSpc>
        <a:spcBef>
          <a:spcPct val="0"/>
        </a:spcBef>
        <a:spcAft>
          <a:spcPct val="0"/>
        </a:spcAft>
        <a:defRPr sz="2200">
          <a:solidFill>
            <a:schemeClr val="tx2"/>
          </a:solidFill>
          <a:latin typeface="+mn-lt"/>
          <a:cs typeface="+mn-cs"/>
        </a:defRPr>
      </a:lvl7pPr>
      <a:lvl8pPr marL="1377950" algn="l" defTabSz="200025" rtl="0" fontAlgn="base">
        <a:lnSpc>
          <a:spcPct val="170000"/>
        </a:lnSpc>
        <a:spcBef>
          <a:spcPct val="0"/>
        </a:spcBef>
        <a:spcAft>
          <a:spcPct val="0"/>
        </a:spcAft>
        <a:defRPr sz="2200">
          <a:solidFill>
            <a:schemeClr val="tx2"/>
          </a:solidFill>
          <a:latin typeface="+mn-lt"/>
          <a:cs typeface="+mn-cs"/>
        </a:defRPr>
      </a:lvl8pPr>
      <a:lvl9pPr marL="1835150" algn="l" defTabSz="200025" rtl="0" fontAlgn="base">
        <a:lnSpc>
          <a:spcPct val="170000"/>
        </a:lnSpc>
        <a:spcBef>
          <a:spcPct val="0"/>
        </a:spcBef>
        <a:spcAft>
          <a:spcPct val="0"/>
        </a:spcAft>
        <a:defRPr sz="2200">
          <a:solidFill>
            <a:schemeClr val="tx2"/>
          </a:solidFill>
          <a:latin typeface="+mn-lt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 5" descr="Image2.png"/>
          <p:cNvPicPr>
            <a:picLocks noChangeAspect="1"/>
          </p:cNvPicPr>
          <p:nvPr/>
        </p:nvPicPr>
        <p:blipFill>
          <a:blip r:embed="rId13" cstate="print"/>
          <a:stretch>
            <a:fillRect/>
          </a:stretch>
        </p:blipFill>
        <p:spPr>
          <a:xfrm>
            <a:off x="2028" y="0"/>
            <a:ext cx="9139943" cy="6858000"/>
          </a:xfrm>
          <a:prstGeom prst="rect">
            <a:avLst/>
          </a:prstGeom>
        </p:spPr>
      </p:pic>
      <p:sp>
        <p:nvSpPr>
          <p:cNvPr id="65539" name="Rectangle 3"/>
          <p:cNvSpPr>
            <a:spLocks noGrp="1" noChangeArrowheads="1"/>
          </p:cNvSpPr>
          <p:nvPr>
            <p:ph type="title"/>
          </p:nvPr>
        </p:nvSpPr>
        <p:spPr bwMode="gray">
          <a:xfrm>
            <a:off x="254000" y="2924175"/>
            <a:ext cx="8636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fr-FR" dirty="0"/>
              <a:t>Cliquez pour modifier le style du titre</a:t>
            </a:r>
          </a:p>
        </p:txBody>
      </p:sp>
      <p:sp>
        <p:nvSpPr>
          <p:cNvPr id="65540" name="Rectangle 4"/>
          <p:cNvSpPr>
            <a:spLocks noGrp="1" noChangeArrowheads="1"/>
          </p:cNvSpPr>
          <p:nvPr>
            <p:ph type="body" idx="1"/>
          </p:nvPr>
        </p:nvSpPr>
        <p:spPr bwMode="gray">
          <a:xfrm>
            <a:off x="4572000" y="4187825"/>
            <a:ext cx="4318000" cy="21558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6" r:id="rId1"/>
    <p:sldLayoutId id="2147483689" r:id="rId2"/>
    <p:sldLayoutId id="2147483690" r:id="rId3"/>
    <p:sldLayoutId id="2147483691" r:id="rId4"/>
    <p:sldLayoutId id="2147483692" r:id="rId5"/>
    <p:sldLayoutId id="2147483693" r:id="rId6"/>
    <p:sldLayoutId id="2147483694" r:id="rId7"/>
    <p:sldLayoutId id="2147483695" r:id="rId8"/>
    <p:sldLayoutId id="2147483696" r:id="rId9"/>
    <p:sldLayoutId id="2147483697" r:id="rId10"/>
    <p:sldLayoutId id="2147483698" r:id="rId11"/>
  </p:sldLayoutIdLst>
  <p:hf hdr="0" ftr="0"/>
  <p:txStyles>
    <p:titleStyle>
      <a:lvl1pPr algn="ctr" rtl="0" fontAlgn="base">
        <a:spcBef>
          <a:spcPct val="0"/>
        </a:spcBef>
        <a:spcAft>
          <a:spcPct val="0"/>
        </a:spcAft>
        <a:defRPr sz="4100" b="1">
          <a:solidFill>
            <a:schemeClr val="bg1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4100" b="1">
          <a:solidFill>
            <a:schemeClr val="bg1"/>
          </a:solidFill>
          <a:latin typeface="Arial" charset="0"/>
          <a:cs typeface="Arial" charset="0"/>
        </a:defRPr>
      </a:lvl2pPr>
      <a:lvl3pPr algn="ctr" rtl="0" fontAlgn="base">
        <a:spcBef>
          <a:spcPct val="0"/>
        </a:spcBef>
        <a:spcAft>
          <a:spcPct val="0"/>
        </a:spcAft>
        <a:defRPr sz="4100" b="1">
          <a:solidFill>
            <a:schemeClr val="bg1"/>
          </a:solidFill>
          <a:latin typeface="Arial" charset="0"/>
          <a:cs typeface="Arial" charset="0"/>
        </a:defRPr>
      </a:lvl3pPr>
      <a:lvl4pPr algn="ctr" rtl="0" fontAlgn="base">
        <a:spcBef>
          <a:spcPct val="0"/>
        </a:spcBef>
        <a:spcAft>
          <a:spcPct val="0"/>
        </a:spcAft>
        <a:defRPr sz="4100" b="1">
          <a:solidFill>
            <a:schemeClr val="bg1"/>
          </a:solidFill>
          <a:latin typeface="Arial" charset="0"/>
          <a:cs typeface="Arial" charset="0"/>
        </a:defRPr>
      </a:lvl4pPr>
      <a:lvl5pPr algn="ctr" rtl="0" fontAlgn="base">
        <a:spcBef>
          <a:spcPct val="0"/>
        </a:spcBef>
        <a:spcAft>
          <a:spcPct val="0"/>
        </a:spcAft>
        <a:defRPr sz="4100" b="1">
          <a:solidFill>
            <a:schemeClr val="bg1"/>
          </a:solidFill>
          <a:latin typeface="Arial" charset="0"/>
          <a:cs typeface="Arial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100" b="1">
          <a:solidFill>
            <a:schemeClr val="bg1"/>
          </a:solidFill>
          <a:latin typeface="Arial" charset="0"/>
          <a:cs typeface="Arial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100" b="1">
          <a:solidFill>
            <a:schemeClr val="bg1"/>
          </a:solidFill>
          <a:latin typeface="Arial" charset="0"/>
          <a:cs typeface="Arial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100" b="1">
          <a:solidFill>
            <a:schemeClr val="bg1"/>
          </a:solidFill>
          <a:latin typeface="Arial" charset="0"/>
          <a:cs typeface="Arial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100" b="1">
          <a:solidFill>
            <a:schemeClr val="bg1"/>
          </a:solidFill>
          <a:latin typeface="Arial" charset="0"/>
          <a:cs typeface="Arial" charset="0"/>
        </a:defRPr>
      </a:lvl9pPr>
    </p:titleStyle>
    <p:bodyStyle>
      <a:lvl1pPr algn="l" rtl="0" fontAlgn="base">
        <a:lnSpc>
          <a:spcPct val="115000"/>
        </a:lnSpc>
        <a:spcBef>
          <a:spcPct val="0"/>
        </a:spcBef>
        <a:spcAft>
          <a:spcPct val="0"/>
        </a:spcAft>
        <a:defRPr sz="2400" b="1">
          <a:solidFill>
            <a:schemeClr val="bg1"/>
          </a:solidFill>
          <a:latin typeface="+mn-lt"/>
          <a:ea typeface="+mn-ea"/>
          <a:cs typeface="+mn-cs"/>
        </a:defRPr>
      </a:lvl1pPr>
      <a:lvl2pPr marL="1588" algn="l" rtl="0" fontAlgn="base">
        <a:spcBef>
          <a:spcPct val="0"/>
        </a:spcBef>
        <a:spcAft>
          <a:spcPct val="0"/>
        </a:spcAft>
        <a:buClr>
          <a:schemeClr val="bg1"/>
        </a:buClr>
        <a:defRPr sz="1400" b="1">
          <a:solidFill>
            <a:schemeClr val="bg1"/>
          </a:solidFill>
          <a:latin typeface="+mn-lt"/>
          <a:cs typeface="+mn-cs"/>
        </a:defRPr>
      </a:lvl2pPr>
      <a:lvl3pPr marL="3175" algn="l" rtl="0" fontAlgn="base">
        <a:spcBef>
          <a:spcPct val="0"/>
        </a:spcBef>
        <a:spcAft>
          <a:spcPct val="0"/>
        </a:spcAft>
        <a:buFont typeface="Arial" charset="0"/>
        <a:defRPr sz="1400" b="1">
          <a:solidFill>
            <a:schemeClr val="bg1"/>
          </a:solidFill>
          <a:latin typeface="+mn-lt"/>
          <a:cs typeface="+mn-cs"/>
        </a:defRPr>
      </a:lvl3pPr>
      <a:lvl4pPr marL="4763" algn="l" rtl="0" fontAlgn="base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+mn-lt"/>
          <a:cs typeface="+mn-cs"/>
        </a:defRPr>
      </a:lvl4pPr>
      <a:lvl5pPr marL="6350" algn="l" rtl="0" fontAlgn="base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+mn-lt"/>
          <a:cs typeface="+mn-cs"/>
        </a:defRPr>
      </a:lvl5pPr>
      <a:lvl6pPr marL="463550" algn="l" rtl="0" fontAlgn="base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+mn-lt"/>
          <a:cs typeface="+mn-cs"/>
        </a:defRPr>
      </a:lvl6pPr>
      <a:lvl7pPr marL="920750" algn="l" rtl="0" fontAlgn="base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+mn-lt"/>
          <a:cs typeface="+mn-cs"/>
        </a:defRPr>
      </a:lvl7pPr>
      <a:lvl8pPr marL="1377950" algn="l" rtl="0" fontAlgn="base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+mn-lt"/>
          <a:cs typeface="+mn-cs"/>
        </a:defRPr>
      </a:lvl8pPr>
      <a:lvl9pPr marL="1835150" algn="l" rtl="0" fontAlgn="base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+mn-lt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32" name="Picture 8" descr="bandeau_texte_rouge"/>
          <p:cNvPicPr>
            <a:picLocks noChangeAspect="1" noChangeArrowheads="1"/>
          </p:cNvPicPr>
          <p:nvPr/>
        </p:nvPicPr>
        <p:blipFill>
          <a:blip r:embed="rId13" cstate="print"/>
          <a:srcRect/>
          <a:stretch>
            <a:fillRect/>
          </a:stretch>
        </p:blipFill>
        <p:spPr bwMode="auto">
          <a:xfrm>
            <a:off x="0" y="5778500"/>
            <a:ext cx="9144000" cy="1079500"/>
          </a:xfrm>
          <a:prstGeom prst="rect">
            <a:avLst/>
          </a:prstGeom>
          <a:noFill/>
        </p:spPr>
      </p:pic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1349375" y="350838"/>
            <a:ext cx="7540625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fr-FR"/>
              <a:t>Cliquez pour modifier le style du titre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gray">
          <a:xfrm>
            <a:off x="1349375" y="1673225"/>
            <a:ext cx="7540625" cy="47466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white">
          <a:xfrm>
            <a:off x="6578600" y="6489700"/>
            <a:ext cx="2011363" cy="273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</a:bodyPr>
          <a:lstStyle>
            <a:lvl1pPr algn="r">
              <a:defRPr sz="1100">
                <a:solidFill>
                  <a:schemeClr val="bg1"/>
                </a:solidFill>
              </a:defRPr>
            </a:lvl1pPr>
          </a:lstStyle>
          <a:p>
            <a:endParaRPr lang="fr-FR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white">
          <a:xfrm>
            <a:off x="1349375" y="6488113"/>
            <a:ext cx="5218113" cy="273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</a:bodyPr>
          <a:lstStyle>
            <a:lvl1pPr>
              <a:defRPr sz="1100" b="1">
                <a:solidFill>
                  <a:schemeClr val="bg1"/>
                </a:solidFill>
              </a:defRPr>
            </a:lvl1pPr>
          </a:lstStyle>
          <a:p>
            <a:endParaRPr lang="fr-FR"/>
          </a:p>
        </p:txBody>
      </p:sp>
      <p:sp>
        <p:nvSpPr>
          <p:cNvPr id="1033" name="Rectangle 9"/>
          <p:cNvSpPr>
            <a:spLocks noGrp="1" noChangeArrowheads="1"/>
          </p:cNvSpPr>
          <p:nvPr>
            <p:ph type="sldNum" sz="quarter" idx="4"/>
          </p:nvPr>
        </p:nvSpPr>
        <p:spPr bwMode="white">
          <a:xfrm>
            <a:off x="8618538" y="6488113"/>
            <a:ext cx="525462" cy="273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</a:bodyPr>
          <a:lstStyle>
            <a:lvl1pPr>
              <a:defRPr sz="1100">
                <a:solidFill>
                  <a:schemeClr val="bg1"/>
                </a:solidFill>
              </a:defRPr>
            </a:lvl1pPr>
          </a:lstStyle>
          <a:p>
            <a:r>
              <a:rPr lang="fr-FR"/>
              <a:t>- </a:t>
            </a:r>
            <a:fld id="{0D146BB4-C21D-43C6-8860-2D264D588A82}" type="slidenum">
              <a:rPr lang="fr-FR"/>
              <a:pPr/>
              <a:t>‹#›</a:t>
            </a:fld>
            <a:endParaRPr 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0" r:id="rId1"/>
    <p:sldLayoutId id="2147483699" r:id="rId2"/>
    <p:sldLayoutId id="2147483700" r:id="rId3"/>
    <p:sldLayoutId id="2147483701" r:id="rId4"/>
    <p:sldLayoutId id="2147483702" r:id="rId5"/>
    <p:sldLayoutId id="2147483703" r:id="rId6"/>
    <p:sldLayoutId id="2147483704" r:id="rId7"/>
    <p:sldLayoutId id="2147483705" r:id="rId8"/>
    <p:sldLayoutId id="2147483706" r:id="rId9"/>
    <p:sldLayoutId id="2147483707" r:id="rId10"/>
    <p:sldLayoutId id="2147483708" r:id="rId11"/>
  </p:sldLayoutIdLst>
  <p:hf hdr="0" ftr="0"/>
  <p:txStyles>
    <p:titleStyle>
      <a:lvl1pPr algn="l" rtl="0" fontAlgn="base">
        <a:spcBef>
          <a:spcPct val="0"/>
        </a:spcBef>
        <a:spcAft>
          <a:spcPct val="0"/>
        </a:spcAft>
        <a:defRPr sz="2800" b="1">
          <a:solidFill>
            <a:schemeClr val="bg2"/>
          </a:solidFill>
          <a:latin typeface="+mj-lt"/>
          <a:ea typeface="+mj-ea"/>
          <a:cs typeface="+mj-cs"/>
        </a:defRPr>
      </a:lvl1pPr>
      <a:lvl2pPr algn="l" rtl="0" fontAlgn="base">
        <a:spcBef>
          <a:spcPct val="0"/>
        </a:spcBef>
        <a:spcAft>
          <a:spcPct val="0"/>
        </a:spcAft>
        <a:defRPr sz="2800" b="1">
          <a:solidFill>
            <a:schemeClr val="bg2"/>
          </a:solidFill>
          <a:latin typeface="Arial" charset="0"/>
          <a:cs typeface="Arial" charset="0"/>
        </a:defRPr>
      </a:lvl2pPr>
      <a:lvl3pPr algn="l" rtl="0" fontAlgn="base">
        <a:spcBef>
          <a:spcPct val="0"/>
        </a:spcBef>
        <a:spcAft>
          <a:spcPct val="0"/>
        </a:spcAft>
        <a:defRPr sz="2800" b="1">
          <a:solidFill>
            <a:schemeClr val="bg2"/>
          </a:solidFill>
          <a:latin typeface="Arial" charset="0"/>
          <a:cs typeface="Arial" charset="0"/>
        </a:defRPr>
      </a:lvl3pPr>
      <a:lvl4pPr algn="l" rtl="0" fontAlgn="base">
        <a:spcBef>
          <a:spcPct val="0"/>
        </a:spcBef>
        <a:spcAft>
          <a:spcPct val="0"/>
        </a:spcAft>
        <a:defRPr sz="2800" b="1">
          <a:solidFill>
            <a:schemeClr val="bg2"/>
          </a:solidFill>
          <a:latin typeface="Arial" charset="0"/>
          <a:cs typeface="Arial" charset="0"/>
        </a:defRPr>
      </a:lvl4pPr>
      <a:lvl5pPr algn="l" rtl="0" fontAlgn="base">
        <a:spcBef>
          <a:spcPct val="0"/>
        </a:spcBef>
        <a:spcAft>
          <a:spcPct val="0"/>
        </a:spcAft>
        <a:defRPr sz="2800" b="1">
          <a:solidFill>
            <a:schemeClr val="bg2"/>
          </a:solidFill>
          <a:latin typeface="Arial" charset="0"/>
          <a:cs typeface="Arial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2800" b="1">
          <a:solidFill>
            <a:schemeClr val="bg2"/>
          </a:solidFill>
          <a:latin typeface="Arial" charset="0"/>
          <a:cs typeface="Arial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2800" b="1">
          <a:solidFill>
            <a:schemeClr val="bg2"/>
          </a:solidFill>
          <a:latin typeface="Arial" charset="0"/>
          <a:cs typeface="Arial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2800" b="1">
          <a:solidFill>
            <a:schemeClr val="bg2"/>
          </a:solidFill>
          <a:latin typeface="Arial" charset="0"/>
          <a:cs typeface="Arial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2800" b="1">
          <a:solidFill>
            <a:schemeClr val="bg2"/>
          </a:solidFill>
          <a:latin typeface="Arial" charset="0"/>
          <a:cs typeface="Arial" charset="0"/>
        </a:defRPr>
      </a:lvl9pPr>
    </p:titleStyle>
    <p:bodyStyle>
      <a:lvl1pPr algn="l" rtl="0" fontAlgn="base">
        <a:lnSpc>
          <a:spcPct val="125000"/>
        </a:lnSpc>
        <a:spcBef>
          <a:spcPct val="0"/>
        </a:spcBef>
        <a:spcAft>
          <a:spcPct val="0"/>
        </a:spcAft>
        <a:defRPr sz="1600">
          <a:solidFill>
            <a:schemeClr val="tx2"/>
          </a:solidFill>
          <a:latin typeface="+mn-lt"/>
          <a:ea typeface="+mn-ea"/>
          <a:cs typeface="+mn-cs"/>
        </a:defRPr>
      </a:lvl1pPr>
      <a:lvl2pPr marL="220663" indent="-219075" algn="l" rtl="0" fontAlgn="base">
        <a:lnSpc>
          <a:spcPct val="125000"/>
        </a:lnSpc>
        <a:spcBef>
          <a:spcPct val="0"/>
        </a:spcBef>
        <a:spcAft>
          <a:spcPct val="0"/>
        </a:spcAft>
        <a:buClr>
          <a:schemeClr val="bg2"/>
        </a:buClr>
        <a:buChar char="•"/>
        <a:defRPr sz="1600">
          <a:solidFill>
            <a:schemeClr val="tx2"/>
          </a:solidFill>
          <a:latin typeface="+mn-lt"/>
          <a:cs typeface="+mn-cs"/>
        </a:defRPr>
      </a:lvl2pPr>
      <a:lvl3pPr marL="554038" indent="-127000" algn="l" rtl="0" fontAlgn="base">
        <a:lnSpc>
          <a:spcPct val="125000"/>
        </a:lnSpc>
        <a:spcBef>
          <a:spcPct val="0"/>
        </a:spcBef>
        <a:spcAft>
          <a:spcPct val="0"/>
        </a:spcAft>
        <a:buFont typeface="Arial" charset="0"/>
        <a:buChar char="-"/>
        <a:defRPr sz="1600">
          <a:solidFill>
            <a:schemeClr val="tx2"/>
          </a:solidFill>
          <a:latin typeface="+mn-lt"/>
          <a:cs typeface="+mn-cs"/>
        </a:defRPr>
      </a:lvl3pPr>
      <a:lvl4pPr marL="555625" algn="l" rtl="0" fontAlgn="base">
        <a:lnSpc>
          <a:spcPct val="125000"/>
        </a:lnSpc>
        <a:spcBef>
          <a:spcPct val="0"/>
        </a:spcBef>
        <a:spcAft>
          <a:spcPct val="0"/>
        </a:spcAft>
        <a:defRPr sz="1400">
          <a:solidFill>
            <a:schemeClr val="tx2"/>
          </a:solidFill>
          <a:latin typeface="+mn-lt"/>
          <a:cs typeface="+mn-cs"/>
        </a:defRPr>
      </a:lvl4pPr>
      <a:lvl5pPr marL="557213" algn="l" rtl="0" fontAlgn="base">
        <a:lnSpc>
          <a:spcPct val="125000"/>
        </a:lnSpc>
        <a:spcBef>
          <a:spcPct val="0"/>
        </a:spcBef>
        <a:spcAft>
          <a:spcPct val="0"/>
        </a:spcAft>
        <a:defRPr sz="1200">
          <a:solidFill>
            <a:schemeClr val="tx2"/>
          </a:solidFill>
          <a:latin typeface="+mn-lt"/>
          <a:cs typeface="+mn-cs"/>
        </a:defRPr>
      </a:lvl5pPr>
      <a:lvl6pPr marL="1014413" algn="l" rtl="0" fontAlgn="base">
        <a:lnSpc>
          <a:spcPct val="125000"/>
        </a:lnSpc>
        <a:spcBef>
          <a:spcPct val="0"/>
        </a:spcBef>
        <a:spcAft>
          <a:spcPct val="0"/>
        </a:spcAft>
        <a:defRPr sz="1200">
          <a:solidFill>
            <a:schemeClr val="tx2"/>
          </a:solidFill>
          <a:latin typeface="+mn-lt"/>
          <a:cs typeface="+mn-cs"/>
        </a:defRPr>
      </a:lvl6pPr>
      <a:lvl7pPr marL="1471613" algn="l" rtl="0" fontAlgn="base">
        <a:lnSpc>
          <a:spcPct val="125000"/>
        </a:lnSpc>
        <a:spcBef>
          <a:spcPct val="0"/>
        </a:spcBef>
        <a:spcAft>
          <a:spcPct val="0"/>
        </a:spcAft>
        <a:defRPr sz="1200">
          <a:solidFill>
            <a:schemeClr val="tx2"/>
          </a:solidFill>
          <a:latin typeface="+mn-lt"/>
          <a:cs typeface="+mn-cs"/>
        </a:defRPr>
      </a:lvl7pPr>
      <a:lvl8pPr marL="1928813" algn="l" rtl="0" fontAlgn="base">
        <a:lnSpc>
          <a:spcPct val="125000"/>
        </a:lnSpc>
        <a:spcBef>
          <a:spcPct val="0"/>
        </a:spcBef>
        <a:spcAft>
          <a:spcPct val="0"/>
        </a:spcAft>
        <a:defRPr sz="1200">
          <a:solidFill>
            <a:schemeClr val="tx2"/>
          </a:solidFill>
          <a:latin typeface="+mn-lt"/>
          <a:cs typeface="+mn-cs"/>
        </a:defRPr>
      </a:lvl8pPr>
      <a:lvl9pPr marL="2386013" algn="l" rtl="0" fontAlgn="base">
        <a:lnSpc>
          <a:spcPct val="125000"/>
        </a:lnSpc>
        <a:spcBef>
          <a:spcPct val="0"/>
        </a:spcBef>
        <a:spcAft>
          <a:spcPct val="0"/>
        </a:spcAft>
        <a:defRPr sz="1200">
          <a:solidFill>
            <a:schemeClr val="tx2"/>
          </a:solidFill>
          <a:latin typeface="+mn-lt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71" name="Picture 7" descr="bandeau_texte_bleu"/>
          <p:cNvPicPr>
            <a:picLocks noChangeAspect="1" noChangeArrowheads="1"/>
          </p:cNvPicPr>
          <p:nvPr/>
        </p:nvPicPr>
        <p:blipFill>
          <a:blip r:embed="rId13" cstate="print"/>
          <a:srcRect/>
          <a:stretch>
            <a:fillRect/>
          </a:stretch>
        </p:blipFill>
        <p:spPr bwMode="auto">
          <a:xfrm>
            <a:off x="0" y="5778500"/>
            <a:ext cx="9144000" cy="1079500"/>
          </a:xfrm>
          <a:prstGeom prst="rect">
            <a:avLst/>
          </a:prstGeom>
          <a:noFill/>
        </p:spPr>
      </p:pic>
      <p:sp>
        <p:nvSpPr>
          <p:cNvPr id="11267" name="Rectangle 3"/>
          <p:cNvSpPr>
            <a:spLocks noGrp="1" noChangeArrowheads="1"/>
          </p:cNvSpPr>
          <p:nvPr>
            <p:ph type="title"/>
          </p:nvPr>
        </p:nvSpPr>
        <p:spPr bwMode="gray">
          <a:xfrm>
            <a:off x="1349375" y="350838"/>
            <a:ext cx="7540625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fr-FR"/>
              <a:t>Cliquez pour modifier le style du titre</a:t>
            </a:r>
          </a:p>
        </p:txBody>
      </p:sp>
      <p:sp>
        <p:nvSpPr>
          <p:cNvPr id="11268" name="Rectangle 4"/>
          <p:cNvSpPr>
            <a:spLocks noGrp="1" noChangeArrowheads="1"/>
          </p:cNvSpPr>
          <p:nvPr>
            <p:ph type="body" idx="1"/>
          </p:nvPr>
        </p:nvSpPr>
        <p:spPr bwMode="gray">
          <a:xfrm>
            <a:off x="1349375" y="1673225"/>
            <a:ext cx="7540625" cy="47466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11269" name="Rectangle 5"/>
          <p:cNvSpPr>
            <a:spLocks noGrp="1" noChangeArrowheads="1"/>
          </p:cNvSpPr>
          <p:nvPr>
            <p:ph type="dt" sz="half" idx="2"/>
          </p:nvPr>
        </p:nvSpPr>
        <p:spPr bwMode="white">
          <a:xfrm>
            <a:off x="6578600" y="6489700"/>
            <a:ext cx="2011363" cy="273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</a:bodyPr>
          <a:lstStyle>
            <a:lvl1pPr algn="r">
              <a:defRPr sz="1100">
                <a:solidFill>
                  <a:schemeClr val="bg1"/>
                </a:solidFill>
              </a:defRPr>
            </a:lvl1pPr>
          </a:lstStyle>
          <a:p>
            <a:endParaRPr lang="fr-FR"/>
          </a:p>
        </p:txBody>
      </p:sp>
      <p:sp>
        <p:nvSpPr>
          <p:cNvPr id="11270" name="Rectangle 6"/>
          <p:cNvSpPr>
            <a:spLocks noGrp="1" noChangeArrowheads="1"/>
          </p:cNvSpPr>
          <p:nvPr>
            <p:ph type="ftr" sz="quarter" idx="3"/>
          </p:nvPr>
        </p:nvSpPr>
        <p:spPr bwMode="white">
          <a:xfrm>
            <a:off x="1349375" y="6488113"/>
            <a:ext cx="5218113" cy="273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</a:bodyPr>
          <a:lstStyle>
            <a:lvl1pPr>
              <a:defRPr sz="1100" b="1">
                <a:solidFill>
                  <a:schemeClr val="bg1"/>
                </a:solidFill>
              </a:defRPr>
            </a:lvl1pPr>
          </a:lstStyle>
          <a:p>
            <a:endParaRPr lang="fr-FR"/>
          </a:p>
        </p:txBody>
      </p:sp>
      <p:sp>
        <p:nvSpPr>
          <p:cNvPr id="11272" name="Rectangle 8"/>
          <p:cNvSpPr>
            <a:spLocks noGrp="1" noChangeArrowheads="1"/>
          </p:cNvSpPr>
          <p:nvPr>
            <p:ph type="sldNum" sz="quarter" idx="4"/>
          </p:nvPr>
        </p:nvSpPr>
        <p:spPr bwMode="white">
          <a:xfrm>
            <a:off x="8618538" y="6488113"/>
            <a:ext cx="525462" cy="273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</a:bodyPr>
          <a:lstStyle>
            <a:lvl1pPr>
              <a:defRPr sz="1100">
                <a:solidFill>
                  <a:schemeClr val="bg1"/>
                </a:solidFill>
              </a:defRPr>
            </a:lvl1pPr>
          </a:lstStyle>
          <a:p>
            <a:r>
              <a:rPr lang="fr-FR"/>
              <a:t>- </a:t>
            </a:r>
            <a:fld id="{D8623B5E-53D5-4CDD-91F0-9D693D390EBF}" type="slidenum">
              <a:rPr lang="fr-FR"/>
              <a:pPr/>
              <a:t>‹#›</a:t>
            </a:fld>
            <a:endParaRPr 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2" r:id="rId1"/>
    <p:sldLayoutId id="2147483709" r:id="rId2"/>
    <p:sldLayoutId id="2147483710" r:id="rId3"/>
    <p:sldLayoutId id="2147483711" r:id="rId4"/>
    <p:sldLayoutId id="2147483712" r:id="rId5"/>
    <p:sldLayoutId id="2147483713" r:id="rId6"/>
    <p:sldLayoutId id="2147483714" r:id="rId7"/>
    <p:sldLayoutId id="2147483715" r:id="rId8"/>
    <p:sldLayoutId id="2147483716" r:id="rId9"/>
    <p:sldLayoutId id="2147483717" r:id="rId10"/>
    <p:sldLayoutId id="2147483718" r:id="rId11"/>
  </p:sldLayoutIdLst>
  <p:hf hdr="0" ftr="0"/>
  <p:txStyles>
    <p:titleStyle>
      <a:lvl1pPr algn="l" rtl="0" fontAlgn="base">
        <a:spcBef>
          <a:spcPct val="0"/>
        </a:spcBef>
        <a:spcAft>
          <a:spcPct val="0"/>
        </a:spcAft>
        <a:defRPr sz="2800" b="1">
          <a:solidFill>
            <a:schemeClr val="bg2"/>
          </a:solidFill>
          <a:latin typeface="+mj-lt"/>
          <a:ea typeface="+mj-ea"/>
          <a:cs typeface="+mj-cs"/>
        </a:defRPr>
      </a:lvl1pPr>
      <a:lvl2pPr algn="l" rtl="0" fontAlgn="base">
        <a:spcBef>
          <a:spcPct val="0"/>
        </a:spcBef>
        <a:spcAft>
          <a:spcPct val="0"/>
        </a:spcAft>
        <a:defRPr sz="2800" b="1">
          <a:solidFill>
            <a:schemeClr val="bg2"/>
          </a:solidFill>
          <a:latin typeface="Arial" charset="0"/>
          <a:cs typeface="Arial" charset="0"/>
        </a:defRPr>
      </a:lvl2pPr>
      <a:lvl3pPr algn="l" rtl="0" fontAlgn="base">
        <a:spcBef>
          <a:spcPct val="0"/>
        </a:spcBef>
        <a:spcAft>
          <a:spcPct val="0"/>
        </a:spcAft>
        <a:defRPr sz="2800" b="1">
          <a:solidFill>
            <a:schemeClr val="bg2"/>
          </a:solidFill>
          <a:latin typeface="Arial" charset="0"/>
          <a:cs typeface="Arial" charset="0"/>
        </a:defRPr>
      </a:lvl3pPr>
      <a:lvl4pPr algn="l" rtl="0" fontAlgn="base">
        <a:spcBef>
          <a:spcPct val="0"/>
        </a:spcBef>
        <a:spcAft>
          <a:spcPct val="0"/>
        </a:spcAft>
        <a:defRPr sz="2800" b="1">
          <a:solidFill>
            <a:schemeClr val="bg2"/>
          </a:solidFill>
          <a:latin typeface="Arial" charset="0"/>
          <a:cs typeface="Arial" charset="0"/>
        </a:defRPr>
      </a:lvl4pPr>
      <a:lvl5pPr algn="l" rtl="0" fontAlgn="base">
        <a:spcBef>
          <a:spcPct val="0"/>
        </a:spcBef>
        <a:spcAft>
          <a:spcPct val="0"/>
        </a:spcAft>
        <a:defRPr sz="2800" b="1">
          <a:solidFill>
            <a:schemeClr val="bg2"/>
          </a:solidFill>
          <a:latin typeface="Arial" charset="0"/>
          <a:cs typeface="Arial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2800" b="1">
          <a:solidFill>
            <a:schemeClr val="bg2"/>
          </a:solidFill>
          <a:latin typeface="Arial" charset="0"/>
          <a:cs typeface="Arial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2800" b="1">
          <a:solidFill>
            <a:schemeClr val="bg2"/>
          </a:solidFill>
          <a:latin typeface="Arial" charset="0"/>
          <a:cs typeface="Arial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2800" b="1">
          <a:solidFill>
            <a:schemeClr val="bg2"/>
          </a:solidFill>
          <a:latin typeface="Arial" charset="0"/>
          <a:cs typeface="Arial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2800" b="1">
          <a:solidFill>
            <a:schemeClr val="bg2"/>
          </a:solidFill>
          <a:latin typeface="Arial" charset="0"/>
          <a:cs typeface="Arial" charset="0"/>
        </a:defRPr>
      </a:lvl9pPr>
    </p:titleStyle>
    <p:bodyStyle>
      <a:lvl1pPr algn="l" rtl="0" fontAlgn="base">
        <a:lnSpc>
          <a:spcPct val="125000"/>
        </a:lnSpc>
        <a:spcBef>
          <a:spcPct val="0"/>
        </a:spcBef>
        <a:spcAft>
          <a:spcPct val="0"/>
        </a:spcAft>
        <a:defRPr sz="1600">
          <a:solidFill>
            <a:schemeClr val="tx2"/>
          </a:solidFill>
          <a:latin typeface="+mn-lt"/>
          <a:ea typeface="+mn-ea"/>
          <a:cs typeface="+mn-cs"/>
        </a:defRPr>
      </a:lvl1pPr>
      <a:lvl2pPr marL="220663" indent="-219075" algn="l" rtl="0" fontAlgn="base">
        <a:lnSpc>
          <a:spcPct val="125000"/>
        </a:lnSpc>
        <a:spcBef>
          <a:spcPct val="0"/>
        </a:spcBef>
        <a:spcAft>
          <a:spcPct val="0"/>
        </a:spcAft>
        <a:buClr>
          <a:schemeClr val="bg2"/>
        </a:buClr>
        <a:buChar char="•"/>
        <a:defRPr sz="1600">
          <a:solidFill>
            <a:schemeClr val="tx2"/>
          </a:solidFill>
          <a:latin typeface="+mn-lt"/>
          <a:cs typeface="+mn-cs"/>
        </a:defRPr>
      </a:lvl2pPr>
      <a:lvl3pPr marL="554038" indent="-127000" algn="l" rtl="0" fontAlgn="base">
        <a:lnSpc>
          <a:spcPct val="125000"/>
        </a:lnSpc>
        <a:spcBef>
          <a:spcPct val="0"/>
        </a:spcBef>
        <a:spcAft>
          <a:spcPct val="0"/>
        </a:spcAft>
        <a:buFont typeface="Arial" charset="0"/>
        <a:buChar char="-"/>
        <a:defRPr sz="1600">
          <a:solidFill>
            <a:schemeClr val="tx2"/>
          </a:solidFill>
          <a:latin typeface="+mn-lt"/>
          <a:cs typeface="+mn-cs"/>
        </a:defRPr>
      </a:lvl3pPr>
      <a:lvl4pPr marL="555625" algn="l" rtl="0" fontAlgn="base">
        <a:lnSpc>
          <a:spcPct val="125000"/>
        </a:lnSpc>
        <a:spcBef>
          <a:spcPct val="0"/>
        </a:spcBef>
        <a:spcAft>
          <a:spcPct val="0"/>
        </a:spcAft>
        <a:defRPr sz="1400">
          <a:solidFill>
            <a:schemeClr val="tx2"/>
          </a:solidFill>
          <a:latin typeface="+mn-lt"/>
          <a:cs typeface="+mn-cs"/>
        </a:defRPr>
      </a:lvl4pPr>
      <a:lvl5pPr marL="557213" algn="l" rtl="0" fontAlgn="base">
        <a:lnSpc>
          <a:spcPct val="125000"/>
        </a:lnSpc>
        <a:spcBef>
          <a:spcPct val="0"/>
        </a:spcBef>
        <a:spcAft>
          <a:spcPct val="0"/>
        </a:spcAft>
        <a:defRPr sz="1200">
          <a:solidFill>
            <a:schemeClr val="tx2"/>
          </a:solidFill>
          <a:latin typeface="+mn-lt"/>
          <a:cs typeface="+mn-cs"/>
        </a:defRPr>
      </a:lvl5pPr>
      <a:lvl6pPr marL="1014413" algn="l" rtl="0" fontAlgn="base">
        <a:lnSpc>
          <a:spcPct val="125000"/>
        </a:lnSpc>
        <a:spcBef>
          <a:spcPct val="0"/>
        </a:spcBef>
        <a:spcAft>
          <a:spcPct val="0"/>
        </a:spcAft>
        <a:defRPr sz="1200">
          <a:solidFill>
            <a:schemeClr val="tx2"/>
          </a:solidFill>
          <a:latin typeface="+mn-lt"/>
          <a:cs typeface="+mn-cs"/>
        </a:defRPr>
      </a:lvl6pPr>
      <a:lvl7pPr marL="1471613" algn="l" rtl="0" fontAlgn="base">
        <a:lnSpc>
          <a:spcPct val="125000"/>
        </a:lnSpc>
        <a:spcBef>
          <a:spcPct val="0"/>
        </a:spcBef>
        <a:spcAft>
          <a:spcPct val="0"/>
        </a:spcAft>
        <a:defRPr sz="1200">
          <a:solidFill>
            <a:schemeClr val="tx2"/>
          </a:solidFill>
          <a:latin typeface="+mn-lt"/>
          <a:cs typeface="+mn-cs"/>
        </a:defRPr>
      </a:lvl7pPr>
      <a:lvl8pPr marL="1928813" algn="l" rtl="0" fontAlgn="base">
        <a:lnSpc>
          <a:spcPct val="125000"/>
        </a:lnSpc>
        <a:spcBef>
          <a:spcPct val="0"/>
        </a:spcBef>
        <a:spcAft>
          <a:spcPct val="0"/>
        </a:spcAft>
        <a:defRPr sz="1200">
          <a:solidFill>
            <a:schemeClr val="tx2"/>
          </a:solidFill>
          <a:latin typeface="+mn-lt"/>
          <a:cs typeface="+mn-cs"/>
        </a:defRPr>
      </a:lvl8pPr>
      <a:lvl9pPr marL="2386013" algn="l" rtl="0" fontAlgn="base">
        <a:lnSpc>
          <a:spcPct val="125000"/>
        </a:lnSpc>
        <a:spcBef>
          <a:spcPct val="0"/>
        </a:spcBef>
        <a:spcAft>
          <a:spcPct val="0"/>
        </a:spcAft>
        <a:defRPr sz="1200">
          <a:solidFill>
            <a:schemeClr val="tx2"/>
          </a:solidFill>
          <a:latin typeface="+mn-lt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319" name="Picture 7" descr="bandeau_texte_vert"/>
          <p:cNvPicPr>
            <a:picLocks noChangeAspect="1" noChangeArrowheads="1"/>
          </p:cNvPicPr>
          <p:nvPr/>
        </p:nvPicPr>
        <p:blipFill>
          <a:blip r:embed="rId13" cstate="print"/>
          <a:srcRect/>
          <a:stretch>
            <a:fillRect/>
          </a:stretch>
        </p:blipFill>
        <p:spPr bwMode="auto">
          <a:xfrm>
            <a:off x="0" y="5778500"/>
            <a:ext cx="9144000" cy="1079500"/>
          </a:xfrm>
          <a:prstGeom prst="rect">
            <a:avLst/>
          </a:prstGeom>
          <a:noFill/>
        </p:spPr>
      </p:pic>
      <p:sp>
        <p:nvSpPr>
          <p:cNvPr id="13315" name="Rectangle 3"/>
          <p:cNvSpPr>
            <a:spLocks noGrp="1" noChangeArrowheads="1"/>
          </p:cNvSpPr>
          <p:nvPr>
            <p:ph type="title"/>
          </p:nvPr>
        </p:nvSpPr>
        <p:spPr bwMode="gray">
          <a:xfrm>
            <a:off x="1349375" y="350838"/>
            <a:ext cx="7540625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fr-FR"/>
              <a:t>Cliquez pour modifier le style du titre</a:t>
            </a:r>
          </a:p>
        </p:txBody>
      </p:sp>
      <p:sp>
        <p:nvSpPr>
          <p:cNvPr id="13316" name="Rectangle 4"/>
          <p:cNvSpPr>
            <a:spLocks noGrp="1" noChangeArrowheads="1"/>
          </p:cNvSpPr>
          <p:nvPr>
            <p:ph type="body" idx="1"/>
          </p:nvPr>
        </p:nvSpPr>
        <p:spPr bwMode="gray">
          <a:xfrm>
            <a:off x="1349375" y="1673225"/>
            <a:ext cx="7540625" cy="47466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13317" name="Rectangle 5"/>
          <p:cNvSpPr>
            <a:spLocks noGrp="1" noChangeArrowheads="1"/>
          </p:cNvSpPr>
          <p:nvPr>
            <p:ph type="dt" sz="half" idx="2"/>
          </p:nvPr>
        </p:nvSpPr>
        <p:spPr bwMode="white">
          <a:xfrm>
            <a:off x="6578600" y="6489700"/>
            <a:ext cx="2011363" cy="273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</a:bodyPr>
          <a:lstStyle>
            <a:lvl1pPr algn="r">
              <a:defRPr sz="1100">
                <a:solidFill>
                  <a:schemeClr val="bg1"/>
                </a:solidFill>
              </a:defRPr>
            </a:lvl1pPr>
          </a:lstStyle>
          <a:p>
            <a:endParaRPr lang="fr-FR"/>
          </a:p>
        </p:txBody>
      </p:sp>
      <p:sp>
        <p:nvSpPr>
          <p:cNvPr id="13318" name="Rectangle 6"/>
          <p:cNvSpPr>
            <a:spLocks noGrp="1" noChangeArrowheads="1"/>
          </p:cNvSpPr>
          <p:nvPr>
            <p:ph type="ftr" sz="quarter" idx="3"/>
          </p:nvPr>
        </p:nvSpPr>
        <p:spPr bwMode="white">
          <a:xfrm>
            <a:off x="1349375" y="6488113"/>
            <a:ext cx="5218113" cy="273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</a:bodyPr>
          <a:lstStyle>
            <a:lvl1pPr>
              <a:defRPr sz="1100" b="1">
                <a:solidFill>
                  <a:schemeClr val="bg1"/>
                </a:solidFill>
              </a:defRPr>
            </a:lvl1pPr>
          </a:lstStyle>
          <a:p>
            <a:endParaRPr lang="fr-FR"/>
          </a:p>
        </p:txBody>
      </p:sp>
      <p:sp>
        <p:nvSpPr>
          <p:cNvPr id="13320" name="Rectangle 8"/>
          <p:cNvSpPr>
            <a:spLocks noGrp="1" noChangeArrowheads="1"/>
          </p:cNvSpPr>
          <p:nvPr>
            <p:ph type="sldNum" sz="quarter" idx="4"/>
          </p:nvPr>
        </p:nvSpPr>
        <p:spPr bwMode="white">
          <a:xfrm>
            <a:off x="8618538" y="6488113"/>
            <a:ext cx="525462" cy="273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</a:bodyPr>
          <a:lstStyle>
            <a:lvl1pPr>
              <a:defRPr sz="1100">
                <a:solidFill>
                  <a:schemeClr val="bg1"/>
                </a:solidFill>
              </a:defRPr>
            </a:lvl1pPr>
          </a:lstStyle>
          <a:p>
            <a:r>
              <a:rPr lang="fr-FR"/>
              <a:t>- </a:t>
            </a:r>
            <a:fld id="{8E83723E-84D3-40B5-8EDC-9B52C2CB1596}" type="slidenum">
              <a:rPr lang="fr-FR"/>
              <a:pPr/>
              <a:t>‹#›</a:t>
            </a:fld>
            <a:endParaRPr 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4" r:id="rId1"/>
    <p:sldLayoutId id="2147483719" r:id="rId2"/>
    <p:sldLayoutId id="2147483720" r:id="rId3"/>
    <p:sldLayoutId id="2147483721" r:id="rId4"/>
    <p:sldLayoutId id="2147483722" r:id="rId5"/>
    <p:sldLayoutId id="2147483723" r:id="rId6"/>
    <p:sldLayoutId id="2147483724" r:id="rId7"/>
    <p:sldLayoutId id="2147483725" r:id="rId8"/>
    <p:sldLayoutId id="2147483726" r:id="rId9"/>
    <p:sldLayoutId id="2147483727" r:id="rId10"/>
    <p:sldLayoutId id="2147483728" r:id="rId11"/>
  </p:sldLayoutIdLst>
  <p:hf hdr="0" ftr="0"/>
  <p:txStyles>
    <p:titleStyle>
      <a:lvl1pPr algn="l" rtl="0" fontAlgn="base">
        <a:spcBef>
          <a:spcPct val="0"/>
        </a:spcBef>
        <a:spcAft>
          <a:spcPct val="0"/>
        </a:spcAft>
        <a:defRPr sz="2800" b="1">
          <a:solidFill>
            <a:schemeClr val="bg2"/>
          </a:solidFill>
          <a:latin typeface="+mj-lt"/>
          <a:ea typeface="+mj-ea"/>
          <a:cs typeface="+mj-cs"/>
        </a:defRPr>
      </a:lvl1pPr>
      <a:lvl2pPr algn="l" rtl="0" fontAlgn="base">
        <a:spcBef>
          <a:spcPct val="0"/>
        </a:spcBef>
        <a:spcAft>
          <a:spcPct val="0"/>
        </a:spcAft>
        <a:defRPr sz="2800" b="1">
          <a:solidFill>
            <a:schemeClr val="bg2"/>
          </a:solidFill>
          <a:latin typeface="Arial" charset="0"/>
          <a:cs typeface="Arial" charset="0"/>
        </a:defRPr>
      </a:lvl2pPr>
      <a:lvl3pPr algn="l" rtl="0" fontAlgn="base">
        <a:spcBef>
          <a:spcPct val="0"/>
        </a:spcBef>
        <a:spcAft>
          <a:spcPct val="0"/>
        </a:spcAft>
        <a:defRPr sz="2800" b="1">
          <a:solidFill>
            <a:schemeClr val="bg2"/>
          </a:solidFill>
          <a:latin typeface="Arial" charset="0"/>
          <a:cs typeface="Arial" charset="0"/>
        </a:defRPr>
      </a:lvl3pPr>
      <a:lvl4pPr algn="l" rtl="0" fontAlgn="base">
        <a:spcBef>
          <a:spcPct val="0"/>
        </a:spcBef>
        <a:spcAft>
          <a:spcPct val="0"/>
        </a:spcAft>
        <a:defRPr sz="2800" b="1">
          <a:solidFill>
            <a:schemeClr val="bg2"/>
          </a:solidFill>
          <a:latin typeface="Arial" charset="0"/>
          <a:cs typeface="Arial" charset="0"/>
        </a:defRPr>
      </a:lvl4pPr>
      <a:lvl5pPr algn="l" rtl="0" fontAlgn="base">
        <a:spcBef>
          <a:spcPct val="0"/>
        </a:spcBef>
        <a:spcAft>
          <a:spcPct val="0"/>
        </a:spcAft>
        <a:defRPr sz="2800" b="1">
          <a:solidFill>
            <a:schemeClr val="bg2"/>
          </a:solidFill>
          <a:latin typeface="Arial" charset="0"/>
          <a:cs typeface="Arial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2800" b="1">
          <a:solidFill>
            <a:schemeClr val="bg2"/>
          </a:solidFill>
          <a:latin typeface="Arial" charset="0"/>
          <a:cs typeface="Arial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2800" b="1">
          <a:solidFill>
            <a:schemeClr val="bg2"/>
          </a:solidFill>
          <a:latin typeface="Arial" charset="0"/>
          <a:cs typeface="Arial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2800" b="1">
          <a:solidFill>
            <a:schemeClr val="bg2"/>
          </a:solidFill>
          <a:latin typeface="Arial" charset="0"/>
          <a:cs typeface="Arial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2800" b="1">
          <a:solidFill>
            <a:schemeClr val="bg2"/>
          </a:solidFill>
          <a:latin typeface="Arial" charset="0"/>
          <a:cs typeface="Arial" charset="0"/>
        </a:defRPr>
      </a:lvl9pPr>
    </p:titleStyle>
    <p:bodyStyle>
      <a:lvl1pPr algn="l" rtl="0" fontAlgn="base">
        <a:lnSpc>
          <a:spcPct val="125000"/>
        </a:lnSpc>
        <a:spcBef>
          <a:spcPct val="0"/>
        </a:spcBef>
        <a:spcAft>
          <a:spcPct val="0"/>
        </a:spcAft>
        <a:defRPr sz="1600">
          <a:solidFill>
            <a:schemeClr val="tx2"/>
          </a:solidFill>
          <a:latin typeface="+mn-lt"/>
          <a:ea typeface="+mn-ea"/>
          <a:cs typeface="+mn-cs"/>
        </a:defRPr>
      </a:lvl1pPr>
      <a:lvl2pPr marL="220663" indent="-219075" algn="l" rtl="0" fontAlgn="base">
        <a:lnSpc>
          <a:spcPct val="125000"/>
        </a:lnSpc>
        <a:spcBef>
          <a:spcPct val="0"/>
        </a:spcBef>
        <a:spcAft>
          <a:spcPct val="0"/>
        </a:spcAft>
        <a:buClr>
          <a:schemeClr val="bg2"/>
        </a:buClr>
        <a:buChar char="•"/>
        <a:defRPr sz="1600">
          <a:solidFill>
            <a:schemeClr val="tx2"/>
          </a:solidFill>
          <a:latin typeface="+mn-lt"/>
          <a:cs typeface="+mn-cs"/>
        </a:defRPr>
      </a:lvl2pPr>
      <a:lvl3pPr marL="554038" indent="-127000" algn="l" rtl="0" fontAlgn="base">
        <a:lnSpc>
          <a:spcPct val="125000"/>
        </a:lnSpc>
        <a:spcBef>
          <a:spcPct val="0"/>
        </a:spcBef>
        <a:spcAft>
          <a:spcPct val="0"/>
        </a:spcAft>
        <a:buFont typeface="Arial" charset="0"/>
        <a:buChar char="-"/>
        <a:defRPr sz="1600">
          <a:solidFill>
            <a:schemeClr val="tx2"/>
          </a:solidFill>
          <a:latin typeface="+mn-lt"/>
          <a:cs typeface="+mn-cs"/>
        </a:defRPr>
      </a:lvl3pPr>
      <a:lvl4pPr marL="555625" algn="l" rtl="0" fontAlgn="base">
        <a:lnSpc>
          <a:spcPct val="125000"/>
        </a:lnSpc>
        <a:spcBef>
          <a:spcPct val="0"/>
        </a:spcBef>
        <a:spcAft>
          <a:spcPct val="0"/>
        </a:spcAft>
        <a:defRPr sz="1400">
          <a:solidFill>
            <a:schemeClr val="tx2"/>
          </a:solidFill>
          <a:latin typeface="+mn-lt"/>
          <a:cs typeface="+mn-cs"/>
        </a:defRPr>
      </a:lvl4pPr>
      <a:lvl5pPr marL="557213" algn="l" rtl="0" fontAlgn="base">
        <a:lnSpc>
          <a:spcPct val="125000"/>
        </a:lnSpc>
        <a:spcBef>
          <a:spcPct val="0"/>
        </a:spcBef>
        <a:spcAft>
          <a:spcPct val="0"/>
        </a:spcAft>
        <a:defRPr sz="1200">
          <a:solidFill>
            <a:schemeClr val="tx2"/>
          </a:solidFill>
          <a:latin typeface="+mn-lt"/>
          <a:cs typeface="+mn-cs"/>
        </a:defRPr>
      </a:lvl5pPr>
      <a:lvl6pPr marL="1014413" algn="l" rtl="0" fontAlgn="base">
        <a:lnSpc>
          <a:spcPct val="125000"/>
        </a:lnSpc>
        <a:spcBef>
          <a:spcPct val="0"/>
        </a:spcBef>
        <a:spcAft>
          <a:spcPct val="0"/>
        </a:spcAft>
        <a:defRPr sz="1200">
          <a:solidFill>
            <a:schemeClr val="tx2"/>
          </a:solidFill>
          <a:latin typeface="+mn-lt"/>
          <a:cs typeface="+mn-cs"/>
        </a:defRPr>
      </a:lvl6pPr>
      <a:lvl7pPr marL="1471613" algn="l" rtl="0" fontAlgn="base">
        <a:lnSpc>
          <a:spcPct val="125000"/>
        </a:lnSpc>
        <a:spcBef>
          <a:spcPct val="0"/>
        </a:spcBef>
        <a:spcAft>
          <a:spcPct val="0"/>
        </a:spcAft>
        <a:defRPr sz="1200">
          <a:solidFill>
            <a:schemeClr val="tx2"/>
          </a:solidFill>
          <a:latin typeface="+mn-lt"/>
          <a:cs typeface="+mn-cs"/>
        </a:defRPr>
      </a:lvl7pPr>
      <a:lvl8pPr marL="1928813" algn="l" rtl="0" fontAlgn="base">
        <a:lnSpc>
          <a:spcPct val="125000"/>
        </a:lnSpc>
        <a:spcBef>
          <a:spcPct val="0"/>
        </a:spcBef>
        <a:spcAft>
          <a:spcPct val="0"/>
        </a:spcAft>
        <a:defRPr sz="1200">
          <a:solidFill>
            <a:schemeClr val="tx2"/>
          </a:solidFill>
          <a:latin typeface="+mn-lt"/>
          <a:cs typeface="+mn-cs"/>
        </a:defRPr>
      </a:lvl8pPr>
      <a:lvl9pPr marL="2386013" algn="l" rtl="0" fontAlgn="base">
        <a:lnSpc>
          <a:spcPct val="125000"/>
        </a:lnSpc>
        <a:spcBef>
          <a:spcPct val="0"/>
        </a:spcBef>
        <a:spcAft>
          <a:spcPct val="0"/>
        </a:spcAft>
        <a:defRPr sz="1200">
          <a:solidFill>
            <a:schemeClr val="tx2"/>
          </a:solidFill>
          <a:latin typeface="+mn-lt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367" name="Picture 7" descr="bandeau_texte_violet"/>
          <p:cNvPicPr>
            <a:picLocks noChangeAspect="1" noChangeArrowheads="1"/>
          </p:cNvPicPr>
          <p:nvPr/>
        </p:nvPicPr>
        <p:blipFill>
          <a:blip r:embed="rId13" cstate="print"/>
          <a:srcRect/>
          <a:stretch>
            <a:fillRect/>
          </a:stretch>
        </p:blipFill>
        <p:spPr bwMode="auto">
          <a:xfrm>
            <a:off x="0" y="5778500"/>
            <a:ext cx="9144000" cy="1079500"/>
          </a:xfrm>
          <a:prstGeom prst="rect">
            <a:avLst/>
          </a:prstGeom>
          <a:noFill/>
        </p:spPr>
      </p:pic>
      <p:sp>
        <p:nvSpPr>
          <p:cNvPr id="15363" name="Rectangle 3"/>
          <p:cNvSpPr>
            <a:spLocks noGrp="1" noChangeArrowheads="1"/>
          </p:cNvSpPr>
          <p:nvPr>
            <p:ph type="title"/>
          </p:nvPr>
        </p:nvSpPr>
        <p:spPr bwMode="gray">
          <a:xfrm>
            <a:off x="1349375" y="350838"/>
            <a:ext cx="7540625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fr-FR"/>
              <a:t>Cliquez pour modifier le style du titre</a:t>
            </a:r>
          </a:p>
        </p:txBody>
      </p:sp>
      <p:sp>
        <p:nvSpPr>
          <p:cNvPr id="15364" name="Rectangle 4"/>
          <p:cNvSpPr>
            <a:spLocks noGrp="1" noChangeArrowheads="1"/>
          </p:cNvSpPr>
          <p:nvPr>
            <p:ph type="body" idx="1"/>
          </p:nvPr>
        </p:nvSpPr>
        <p:spPr bwMode="gray">
          <a:xfrm>
            <a:off x="1349375" y="1673225"/>
            <a:ext cx="7540625" cy="47466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15365" name="Rectangle 5"/>
          <p:cNvSpPr>
            <a:spLocks noGrp="1" noChangeArrowheads="1"/>
          </p:cNvSpPr>
          <p:nvPr>
            <p:ph type="dt" sz="half" idx="2"/>
          </p:nvPr>
        </p:nvSpPr>
        <p:spPr bwMode="white">
          <a:xfrm>
            <a:off x="6578600" y="6489700"/>
            <a:ext cx="2011363" cy="273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</a:bodyPr>
          <a:lstStyle>
            <a:lvl1pPr algn="r">
              <a:defRPr sz="1100">
                <a:solidFill>
                  <a:schemeClr val="bg1"/>
                </a:solidFill>
              </a:defRPr>
            </a:lvl1pPr>
          </a:lstStyle>
          <a:p>
            <a:endParaRPr lang="fr-FR"/>
          </a:p>
        </p:txBody>
      </p:sp>
      <p:sp>
        <p:nvSpPr>
          <p:cNvPr id="15366" name="Rectangle 6"/>
          <p:cNvSpPr>
            <a:spLocks noGrp="1" noChangeArrowheads="1"/>
          </p:cNvSpPr>
          <p:nvPr>
            <p:ph type="ftr" sz="quarter" idx="3"/>
          </p:nvPr>
        </p:nvSpPr>
        <p:spPr bwMode="white">
          <a:xfrm>
            <a:off x="1349375" y="6488113"/>
            <a:ext cx="5218113" cy="273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</a:bodyPr>
          <a:lstStyle>
            <a:lvl1pPr>
              <a:defRPr sz="1100" b="1">
                <a:solidFill>
                  <a:schemeClr val="bg1"/>
                </a:solidFill>
              </a:defRPr>
            </a:lvl1pPr>
          </a:lstStyle>
          <a:p>
            <a:endParaRPr lang="fr-FR"/>
          </a:p>
        </p:txBody>
      </p:sp>
      <p:sp>
        <p:nvSpPr>
          <p:cNvPr id="15368" name="Rectangle 8"/>
          <p:cNvSpPr>
            <a:spLocks noGrp="1" noChangeArrowheads="1"/>
          </p:cNvSpPr>
          <p:nvPr>
            <p:ph type="sldNum" sz="quarter" idx="4"/>
          </p:nvPr>
        </p:nvSpPr>
        <p:spPr bwMode="white">
          <a:xfrm>
            <a:off x="8618538" y="6488113"/>
            <a:ext cx="525462" cy="273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</a:bodyPr>
          <a:lstStyle>
            <a:lvl1pPr>
              <a:defRPr sz="1100">
                <a:solidFill>
                  <a:schemeClr val="bg1"/>
                </a:solidFill>
              </a:defRPr>
            </a:lvl1pPr>
          </a:lstStyle>
          <a:p>
            <a:r>
              <a:rPr lang="fr-FR"/>
              <a:t>- </a:t>
            </a:r>
            <a:fld id="{E3BDD6A6-4C2B-412D-A765-FFEDADF26518}" type="slidenum">
              <a:rPr lang="fr-FR"/>
              <a:pPr/>
              <a:t>‹#›</a:t>
            </a:fld>
            <a:endParaRPr 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6" r:id="rId1"/>
    <p:sldLayoutId id="2147483729" r:id="rId2"/>
    <p:sldLayoutId id="2147483730" r:id="rId3"/>
    <p:sldLayoutId id="2147483731" r:id="rId4"/>
    <p:sldLayoutId id="2147483732" r:id="rId5"/>
    <p:sldLayoutId id="2147483733" r:id="rId6"/>
    <p:sldLayoutId id="2147483734" r:id="rId7"/>
    <p:sldLayoutId id="2147483735" r:id="rId8"/>
    <p:sldLayoutId id="2147483736" r:id="rId9"/>
    <p:sldLayoutId id="2147483737" r:id="rId10"/>
    <p:sldLayoutId id="2147483738" r:id="rId11"/>
  </p:sldLayoutIdLst>
  <p:hf hdr="0" ftr="0"/>
  <p:txStyles>
    <p:titleStyle>
      <a:lvl1pPr algn="l" rtl="0" fontAlgn="base">
        <a:spcBef>
          <a:spcPct val="0"/>
        </a:spcBef>
        <a:spcAft>
          <a:spcPct val="0"/>
        </a:spcAft>
        <a:defRPr sz="2800" b="1">
          <a:solidFill>
            <a:schemeClr val="bg2"/>
          </a:solidFill>
          <a:latin typeface="+mj-lt"/>
          <a:ea typeface="+mj-ea"/>
          <a:cs typeface="+mj-cs"/>
        </a:defRPr>
      </a:lvl1pPr>
      <a:lvl2pPr algn="l" rtl="0" fontAlgn="base">
        <a:spcBef>
          <a:spcPct val="0"/>
        </a:spcBef>
        <a:spcAft>
          <a:spcPct val="0"/>
        </a:spcAft>
        <a:defRPr sz="2800" b="1">
          <a:solidFill>
            <a:schemeClr val="bg2"/>
          </a:solidFill>
          <a:latin typeface="Arial" charset="0"/>
          <a:cs typeface="Arial" charset="0"/>
        </a:defRPr>
      </a:lvl2pPr>
      <a:lvl3pPr algn="l" rtl="0" fontAlgn="base">
        <a:spcBef>
          <a:spcPct val="0"/>
        </a:spcBef>
        <a:spcAft>
          <a:spcPct val="0"/>
        </a:spcAft>
        <a:defRPr sz="2800" b="1">
          <a:solidFill>
            <a:schemeClr val="bg2"/>
          </a:solidFill>
          <a:latin typeface="Arial" charset="0"/>
          <a:cs typeface="Arial" charset="0"/>
        </a:defRPr>
      </a:lvl3pPr>
      <a:lvl4pPr algn="l" rtl="0" fontAlgn="base">
        <a:spcBef>
          <a:spcPct val="0"/>
        </a:spcBef>
        <a:spcAft>
          <a:spcPct val="0"/>
        </a:spcAft>
        <a:defRPr sz="2800" b="1">
          <a:solidFill>
            <a:schemeClr val="bg2"/>
          </a:solidFill>
          <a:latin typeface="Arial" charset="0"/>
          <a:cs typeface="Arial" charset="0"/>
        </a:defRPr>
      </a:lvl4pPr>
      <a:lvl5pPr algn="l" rtl="0" fontAlgn="base">
        <a:spcBef>
          <a:spcPct val="0"/>
        </a:spcBef>
        <a:spcAft>
          <a:spcPct val="0"/>
        </a:spcAft>
        <a:defRPr sz="2800" b="1">
          <a:solidFill>
            <a:schemeClr val="bg2"/>
          </a:solidFill>
          <a:latin typeface="Arial" charset="0"/>
          <a:cs typeface="Arial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2800" b="1">
          <a:solidFill>
            <a:schemeClr val="bg2"/>
          </a:solidFill>
          <a:latin typeface="Arial" charset="0"/>
          <a:cs typeface="Arial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2800" b="1">
          <a:solidFill>
            <a:schemeClr val="bg2"/>
          </a:solidFill>
          <a:latin typeface="Arial" charset="0"/>
          <a:cs typeface="Arial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2800" b="1">
          <a:solidFill>
            <a:schemeClr val="bg2"/>
          </a:solidFill>
          <a:latin typeface="Arial" charset="0"/>
          <a:cs typeface="Arial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2800" b="1">
          <a:solidFill>
            <a:schemeClr val="bg2"/>
          </a:solidFill>
          <a:latin typeface="Arial" charset="0"/>
          <a:cs typeface="Arial" charset="0"/>
        </a:defRPr>
      </a:lvl9pPr>
    </p:titleStyle>
    <p:bodyStyle>
      <a:lvl1pPr algn="l" rtl="0" fontAlgn="base">
        <a:lnSpc>
          <a:spcPct val="125000"/>
        </a:lnSpc>
        <a:spcBef>
          <a:spcPct val="0"/>
        </a:spcBef>
        <a:spcAft>
          <a:spcPct val="0"/>
        </a:spcAft>
        <a:defRPr sz="1600">
          <a:solidFill>
            <a:schemeClr val="tx2"/>
          </a:solidFill>
          <a:latin typeface="+mn-lt"/>
          <a:ea typeface="+mn-ea"/>
          <a:cs typeface="+mn-cs"/>
        </a:defRPr>
      </a:lvl1pPr>
      <a:lvl2pPr marL="220663" indent="-219075" algn="l" rtl="0" fontAlgn="base">
        <a:lnSpc>
          <a:spcPct val="125000"/>
        </a:lnSpc>
        <a:spcBef>
          <a:spcPct val="0"/>
        </a:spcBef>
        <a:spcAft>
          <a:spcPct val="0"/>
        </a:spcAft>
        <a:buClr>
          <a:schemeClr val="bg2"/>
        </a:buClr>
        <a:buChar char="•"/>
        <a:defRPr sz="1600">
          <a:solidFill>
            <a:schemeClr val="tx2"/>
          </a:solidFill>
          <a:latin typeface="+mn-lt"/>
          <a:cs typeface="+mn-cs"/>
        </a:defRPr>
      </a:lvl2pPr>
      <a:lvl3pPr marL="554038" indent="-127000" algn="l" rtl="0" fontAlgn="base">
        <a:lnSpc>
          <a:spcPct val="125000"/>
        </a:lnSpc>
        <a:spcBef>
          <a:spcPct val="0"/>
        </a:spcBef>
        <a:spcAft>
          <a:spcPct val="0"/>
        </a:spcAft>
        <a:buFont typeface="Arial" charset="0"/>
        <a:buChar char="-"/>
        <a:defRPr sz="1600">
          <a:solidFill>
            <a:schemeClr val="tx2"/>
          </a:solidFill>
          <a:latin typeface="+mn-lt"/>
          <a:cs typeface="+mn-cs"/>
        </a:defRPr>
      </a:lvl3pPr>
      <a:lvl4pPr marL="555625" algn="l" rtl="0" fontAlgn="base">
        <a:lnSpc>
          <a:spcPct val="125000"/>
        </a:lnSpc>
        <a:spcBef>
          <a:spcPct val="0"/>
        </a:spcBef>
        <a:spcAft>
          <a:spcPct val="0"/>
        </a:spcAft>
        <a:defRPr sz="1400">
          <a:solidFill>
            <a:schemeClr val="tx2"/>
          </a:solidFill>
          <a:latin typeface="+mn-lt"/>
          <a:cs typeface="+mn-cs"/>
        </a:defRPr>
      </a:lvl4pPr>
      <a:lvl5pPr marL="557213" algn="l" rtl="0" fontAlgn="base">
        <a:lnSpc>
          <a:spcPct val="125000"/>
        </a:lnSpc>
        <a:spcBef>
          <a:spcPct val="0"/>
        </a:spcBef>
        <a:spcAft>
          <a:spcPct val="0"/>
        </a:spcAft>
        <a:defRPr sz="1200">
          <a:solidFill>
            <a:schemeClr val="tx2"/>
          </a:solidFill>
          <a:latin typeface="+mn-lt"/>
          <a:cs typeface="+mn-cs"/>
        </a:defRPr>
      </a:lvl5pPr>
      <a:lvl6pPr marL="1014413" algn="l" rtl="0" fontAlgn="base">
        <a:lnSpc>
          <a:spcPct val="125000"/>
        </a:lnSpc>
        <a:spcBef>
          <a:spcPct val="0"/>
        </a:spcBef>
        <a:spcAft>
          <a:spcPct val="0"/>
        </a:spcAft>
        <a:defRPr sz="1200">
          <a:solidFill>
            <a:schemeClr val="tx2"/>
          </a:solidFill>
          <a:latin typeface="+mn-lt"/>
          <a:cs typeface="+mn-cs"/>
        </a:defRPr>
      </a:lvl6pPr>
      <a:lvl7pPr marL="1471613" algn="l" rtl="0" fontAlgn="base">
        <a:lnSpc>
          <a:spcPct val="125000"/>
        </a:lnSpc>
        <a:spcBef>
          <a:spcPct val="0"/>
        </a:spcBef>
        <a:spcAft>
          <a:spcPct val="0"/>
        </a:spcAft>
        <a:defRPr sz="1200">
          <a:solidFill>
            <a:schemeClr val="tx2"/>
          </a:solidFill>
          <a:latin typeface="+mn-lt"/>
          <a:cs typeface="+mn-cs"/>
        </a:defRPr>
      </a:lvl7pPr>
      <a:lvl8pPr marL="1928813" algn="l" rtl="0" fontAlgn="base">
        <a:lnSpc>
          <a:spcPct val="125000"/>
        </a:lnSpc>
        <a:spcBef>
          <a:spcPct val="0"/>
        </a:spcBef>
        <a:spcAft>
          <a:spcPct val="0"/>
        </a:spcAft>
        <a:defRPr sz="1200">
          <a:solidFill>
            <a:schemeClr val="tx2"/>
          </a:solidFill>
          <a:latin typeface="+mn-lt"/>
          <a:cs typeface="+mn-cs"/>
        </a:defRPr>
      </a:lvl8pPr>
      <a:lvl9pPr marL="2386013" algn="l" rtl="0" fontAlgn="base">
        <a:lnSpc>
          <a:spcPct val="125000"/>
        </a:lnSpc>
        <a:spcBef>
          <a:spcPct val="0"/>
        </a:spcBef>
        <a:spcAft>
          <a:spcPct val="0"/>
        </a:spcAft>
        <a:defRPr sz="1200">
          <a:solidFill>
            <a:schemeClr val="tx2"/>
          </a:solidFill>
          <a:latin typeface="+mn-lt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8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415" name="Picture 7" descr="bandeau_texte_gris"/>
          <p:cNvPicPr>
            <a:picLocks noChangeAspect="1" noChangeArrowheads="1"/>
          </p:cNvPicPr>
          <p:nvPr/>
        </p:nvPicPr>
        <p:blipFill>
          <a:blip r:embed="rId13" cstate="print"/>
          <a:srcRect/>
          <a:stretch>
            <a:fillRect/>
          </a:stretch>
        </p:blipFill>
        <p:spPr bwMode="auto">
          <a:xfrm>
            <a:off x="0" y="5778500"/>
            <a:ext cx="9144000" cy="1079500"/>
          </a:xfrm>
          <a:prstGeom prst="rect">
            <a:avLst/>
          </a:prstGeom>
          <a:noFill/>
        </p:spPr>
      </p:pic>
      <p:sp>
        <p:nvSpPr>
          <p:cNvPr id="17411" name="Rectangle 3"/>
          <p:cNvSpPr>
            <a:spLocks noGrp="1" noChangeArrowheads="1"/>
          </p:cNvSpPr>
          <p:nvPr>
            <p:ph type="title"/>
          </p:nvPr>
        </p:nvSpPr>
        <p:spPr bwMode="gray">
          <a:xfrm>
            <a:off x="1349375" y="350838"/>
            <a:ext cx="7540625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fr-FR"/>
              <a:t>Cliquez pour modifier le style du titre</a:t>
            </a:r>
          </a:p>
        </p:txBody>
      </p:sp>
      <p:sp>
        <p:nvSpPr>
          <p:cNvPr id="17412" name="Rectangle 4"/>
          <p:cNvSpPr>
            <a:spLocks noGrp="1" noChangeArrowheads="1"/>
          </p:cNvSpPr>
          <p:nvPr>
            <p:ph type="body" idx="1"/>
          </p:nvPr>
        </p:nvSpPr>
        <p:spPr bwMode="gray">
          <a:xfrm>
            <a:off x="1349375" y="1673225"/>
            <a:ext cx="7540625" cy="47466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17413" name="Rectangle 5"/>
          <p:cNvSpPr>
            <a:spLocks noGrp="1" noChangeArrowheads="1"/>
          </p:cNvSpPr>
          <p:nvPr>
            <p:ph type="dt" sz="half" idx="2"/>
          </p:nvPr>
        </p:nvSpPr>
        <p:spPr bwMode="white">
          <a:xfrm>
            <a:off x="6578600" y="6489700"/>
            <a:ext cx="2011363" cy="273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</a:bodyPr>
          <a:lstStyle>
            <a:lvl1pPr algn="r">
              <a:defRPr sz="1100">
                <a:solidFill>
                  <a:schemeClr val="bg1"/>
                </a:solidFill>
              </a:defRPr>
            </a:lvl1pPr>
          </a:lstStyle>
          <a:p>
            <a:endParaRPr lang="fr-FR"/>
          </a:p>
        </p:txBody>
      </p:sp>
      <p:sp>
        <p:nvSpPr>
          <p:cNvPr id="17414" name="Rectangle 6"/>
          <p:cNvSpPr>
            <a:spLocks noGrp="1" noChangeArrowheads="1"/>
          </p:cNvSpPr>
          <p:nvPr>
            <p:ph type="ftr" sz="quarter" idx="3"/>
          </p:nvPr>
        </p:nvSpPr>
        <p:spPr bwMode="white">
          <a:xfrm>
            <a:off x="1349375" y="6488113"/>
            <a:ext cx="5218113" cy="273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</a:bodyPr>
          <a:lstStyle>
            <a:lvl1pPr>
              <a:defRPr sz="1100" b="1">
                <a:solidFill>
                  <a:schemeClr val="bg1"/>
                </a:solidFill>
              </a:defRPr>
            </a:lvl1pPr>
          </a:lstStyle>
          <a:p>
            <a:endParaRPr lang="fr-FR"/>
          </a:p>
        </p:txBody>
      </p:sp>
      <p:sp>
        <p:nvSpPr>
          <p:cNvPr id="17416" name="Rectangle 8"/>
          <p:cNvSpPr>
            <a:spLocks noGrp="1" noChangeArrowheads="1"/>
          </p:cNvSpPr>
          <p:nvPr>
            <p:ph type="sldNum" sz="quarter" idx="4"/>
          </p:nvPr>
        </p:nvSpPr>
        <p:spPr bwMode="white">
          <a:xfrm>
            <a:off x="8618538" y="6488113"/>
            <a:ext cx="525462" cy="273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</a:bodyPr>
          <a:lstStyle>
            <a:lvl1pPr>
              <a:defRPr sz="1100">
                <a:solidFill>
                  <a:schemeClr val="bg1"/>
                </a:solidFill>
              </a:defRPr>
            </a:lvl1pPr>
          </a:lstStyle>
          <a:p>
            <a:r>
              <a:rPr lang="fr-FR"/>
              <a:t>- </a:t>
            </a:r>
            <a:fld id="{E7CE227E-994C-4B18-9E80-740C2582566A}" type="slidenum">
              <a:rPr lang="fr-FR"/>
              <a:pPr/>
              <a:t>‹#›</a:t>
            </a:fld>
            <a:endParaRPr 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8" r:id="rId1"/>
    <p:sldLayoutId id="2147483739" r:id="rId2"/>
    <p:sldLayoutId id="2147483740" r:id="rId3"/>
    <p:sldLayoutId id="2147483741" r:id="rId4"/>
    <p:sldLayoutId id="2147483742" r:id="rId5"/>
    <p:sldLayoutId id="2147483743" r:id="rId6"/>
    <p:sldLayoutId id="2147483744" r:id="rId7"/>
    <p:sldLayoutId id="2147483745" r:id="rId8"/>
    <p:sldLayoutId id="2147483746" r:id="rId9"/>
    <p:sldLayoutId id="2147483747" r:id="rId10"/>
    <p:sldLayoutId id="2147483748" r:id="rId11"/>
  </p:sldLayoutIdLst>
  <p:hf hdr="0" ftr="0"/>
  <p:txStyles>
    <p:titleStyle>
      <a:lvl1pPr algn="l" rtl="0" fontAlgn="base">
        <a:spcBef>
          <a:spcPct val="0"/>
        </a:spcBef>
        <a:spcAft>
          <a:spcPct val="0"/>
        </a:spcAft>
        <a:defRPr sz="2800" b="1">
          <a:solidFill>
            <a:schemeClr val="bg2"/>
          </a:solidFill>
          <a:latin typeface="+mj-lt"/>
          <a:ea typeface="+mj-ea"/>
          <a:cs typeface="+mj-cs"/>
        </a:defRPr>
      </a:lvl1pPr>
      <a:lvl2pPr algn="l" rtl="0" fontAlgn="base">
        <a:spcBef>
          <a:spcPct val="0"/>
        </a:spcBef>
        <a:spcAft>
          <a:spcPct val="0"/>
        </a:spcAft>
        <a:defRPr sz="2800" b="1">
          <a:solidFill>
            <a:schemeClr val="bg2"/>
          </a:solidFill>
          <a:latin typeface="Arial" charset="0"/>
          <a:cs typeface="Arial" charset="0"/>
        </a:defRPr>
      </a:lvl2pPr>
      <a:lvl3pPr algn="l" rtl="0" fontAlgn="base">
        <a:spcBef>
          <a:spcPct val="0"/>
        </a:spcBef>
        <a:spcAft>
          <a:spcPct val="0"/>
        </a:spcAft>
        <a:defRPr sz="2800" b="1">
          <a:solidFill>
            <a:schemeClr val="bg2"/>
          </a:solidFill>
          <a:latin typeface="Arial" charset="0"/>
          <a:cs typeface="Arial" charset="0"/>
        </a:defRPr>
      </a:lvl3pPr>
      <a:lvl4pPr algn="l" rtl="0" fontAlgn="base">
        <a:spcBef>
          <a:spcPct val="0"/>
        </a:spcBef>
        <a:spcAft>
          <a:spcPct val="0"/>
        </a:spcAft>
        <a:defRPr sz="2800" b="1">
          <a:solidFill>
            <a:schemeClr val="bg2"/>
          </a:solidFill>
          <a:latin typeface="Arial" charset="0"/>
          <a:cs typeface="Arial" charset="0"/>
        </a:defRPr>
      </a:lvl4pPr>
      <a:lvl5pPr algn="l" rtl="0" fontAlgn="base">
        <a:spcBef>
          <a:spcPct val="0"/>
        </a:spcBef>
        <a:spcAft>
          <a:spcPct val="0"/>
        </a:spcAft>
        <a:defRPr sz="2800" b="1">
          <a:solidFill>
            <a:schemeClr val="bg2"/>
          </a:solidFill>
          <a:latin typeface="Arial" charset="0"/>
          <a:cs typeface="Arial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2800" b="1">
          <a:solidFill>
            <a:schemeClr val="bg2"/>
          </a:solidFill>
          <a:latin typeface="Arial" charset="0"/>
          <a:cs typeface="Arial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2800" b="1">
          <a:solidFill>
            <a:schemeClr val="bg2"/>
          </a:solidFill>
          <a:latin typeface="Arial" charset="0"/>
          <a:cs typeface="Arial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2800" b="1">
          <a:solidFill>
            <a:schemeClr val="bg2"/>
          </a:solidFill>
          <a:latin typeface="Arial" charset="0"/>
          <a:cs typeface="Arial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2800" b="1">
          <a:solidFill>
            <a:schemeClr val="bg2"/>
          </a:solidFill>
          <a:latin typeface="Arial" charset="0"/>
          <a:cs typeface="Arial" charset="0"/>
        </a:defRPr>
      </a:lvl9pPr>
    </p:titleStyle>
    <p:bodyStyle>
      <a:lvl1pPr algn="l" rtl="0" fontAlgn="base">
        <a:lnSpc>
          <a:spcPct val="125000"/>
        </a:lnSpc>
        <a:spcBef>
          <a:spcPct val="0"/>
        </a:spcBef>
        <a:spcAft>
          <a:spcPct val="0"/>
        </a:spcAft>
        <a:defRPr sz="1600">
          <a:solidFill>
            <a:schemeClr val="tx2"/>
          </a:solidFill>
          <a:latin typeface="+mn-lt"/>
          <a:ea typeface="+mn-ea"/>
          <a:cs typeface="+mn-cs"/>
        </a:defRPr>
      </a:lvl1pPr>
      <a:lvl2pPr marL="220663" indent="-219075" algn="l" rtl="0" fontAlgn="base">
        <a:lnSpc>
          <a:spcPct val="125000"/>
        </a:lnSpc>
        <a:spcBef>
          <a:spcPct val="0"/>
        </a:spcBef>
        <a:spcAft>
          <a:spcPct val="0"/>
        </a:spcAft>
        <a:buClr>
          <a:schemeClr val="bg2"/>
        </a:buClr>
        <a:buChar char="•"/>
        <a:defRPr sz="1600">
          <a:solidFill>
            <a:schemeClr val="tx2"/>
          </a:solidFill>
          <a:latin typeface="+mn-lt"/>
          <a:cs typeface="+mn-cs"/>
        </a:defRPr>
      </a:lvl2pPr>
      <a:lvl3pPr marL="554038" indent="-127000" algn="l" rtl="0" fontAlgn="base">
        <a:lnSpc>
          <a:spcPct val="125000"/>
        </a:lnSpc>
        <a:spcBef>
          <a:spcPct val="0"/>
        </a:spcBef>
        <a:spcAft>
          <a:spcPct val="0"/>
        </a:spcAft>
        <a:buFont typeface="Arial" charset="0"/>
        <a:buChar char="-"/>
        <a:defRPr sz="1600">
          <a:solidFill>
            <a:schemeClr val="tx2"/>
          </a:solidFill>
          <a:latin typeface="+mn-lt"/>
          <a:cs typeface="+mn-cs"/>
        </a:defRPr>
      </a:lvl3pPr>
      <a:lvl4pPr marL="555625" algn="l" rtl="0" fontAlgn="base">
        <a:lnSpc>
          <a:spcPct val="125000"/>
        </a:lnSpc>
        <a:spcBef>
          <a:spcPct val="0"/>
        </a:spcBef>
        <a:spcAft>
          <a:spcPct val="0"/>
        </a:spcAft>
        <a:defRPr sz="1400">
          <a:solidFill>
            <a:schemeClr val="tx2"/>
          </a:solidFill>
          <a:latin typeface="+mn-lt"/>
          <a:cs typeface="+mn-cs"/>
        </a:defRPr>
      </a:lvl4pPr>
      <a:lvl5pPr marL="557213" algn="l" rtl="0" fontAlgn="base">
        <a:lnSpc>
          <a:spcPct val="125000"/>
        </a:lnSpc>
        <a:spcBef>
          <a:spcPct val="0"/>
        </a:spcBef>
        <a:spcAft>
          <a:spcPct val="0"/>
        </a:spcAft>
        <a:defRPr sz="1200">
          <a:solidFill>
            <a:schemeClr val="tx2"/>
          </a:solidFill>
          <a:latin typeface="+mn-lt"/>
          <a:cs typeface="+mn-cs"/>
        </a:defRPr>
      </a:lvl5pPr>
      <a:lvl6pPr marL="1014413" algn="l" rtl="0" fontAlgn="base">
        <a:lnSpc>
          <a:spcPct val="125000"/>
        </a:lnSpc>
        <a:spcBef>
          <a:spcPct val="0"/>
        </a:spcBef>
        <a:spcAft>
          <a:spcPct val="0"/>
        </a:spcAft>
        <a:defRPr sz="1200">
          <a:solidFill>
            <a:schemeClr val="tx2"/>
          </a:solidFill>
          <a:latin typeface="+mn-lt"/>
          <a:cs typeface="+mn-cs"/>
        </a:defRPr>
      </a:lvl6pPr>
      <a:lvl7pPr marL="1471613" algn="l" rtl="0" fontAlgn="base">
        <a:lnSpc>
          <a:spcPct val="125000"/>
        </a:lnSpc>
        <a:spcBef>
          <a:spcPct val="0"/>
        </a:spcBef>
        <a:spcAft>
          <a:spcPct val="0"/>
        </a:spcAft>
        <a:defRPr sz="1200">
          <a:solidFill>
            <a:schemeClr val="tx2"/>
          </a:solidFill>
          <a:latin typeface="+mn-lt"/>
          <a:cs typeface="+mn-cs"/>
        </a:defRPr>
      </a:lvl7pPr>
      <a:lvl8pPr marL="1928813" algn="l" rtl="0" fontAlgn="base">
        <a:lnSpc>
          <a:spcPct val="125000"/>
        </a:lnSpc>
        <a:spcBef>
          <a:spcPct val="0"/>
        </a:spcBef>
        <a:spcAft>
          <a:spcPct val="0"/>
        </a:spcAft>
        <a:defRPr sz="1200">
          <a:solidFill>
            <a:schemeClr val="tx2"/>
          </a:solidFill>
          <a:latin typeface="+mn-lt"/>
          <a:cs typeface="+mn-cs"/>
        </a:defRPr>
      </a:lvl8pPr>
      <a:lvl9pPr marL="2386013" algn="l" rtl="0" fontAlgn="base">
        <a:lnSpc>
          <a:spcPct val="125000"/>
        </a:lnSpc>
        <a:spcBef>
          <a:spcPct val="0"/>
        </a:spcBef>
        <a:spcAft>
          <a:spcPct val="0"/>
        </a:spcAft>
        <a:defRPr sz="1200">
          <a:solidFill>
            <a:schemeClr val="tx2"/>
          </a:solidFill>
          <a:latin typeface="+mn-lt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9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463" name="Picture 7" descr="bandeau_texte_kaki"/>
          <p:cNvPicPr>
            <a:picLocks noChangeAspect="1" noChangeArrowheads="1"/>
          </p:cNvPicPr>
          <p:nvPr/>
        </p:nvPicPr>
        <p:blipFill>
          <a:blip r:embed="rId14" cstate="print"/>
          <a:srcRect/>
          <a:stretch>
            <a:fillRect/>
          </a:stretch>
        </p:blipFill>
        <p:spPr bwMode="auto">
          <a:xfrm>
            <a:off x="0" y="5778500"/>
            <a:ext cx="9144000" cy="1079500"/>
          </a:xfrm>
          <a:prstGeom prst="rect">
            <a:avLst/>
          </a:prstGeom>
          <a:noFill/>
        </p:spPr>
      </p:pic>
      <p:sp>
        <p:nvSpPr>
          <p:cNvPr id="19459" name="Rectangle 3"/>
          <p:cNvSpPr>
            <a:spLocks noGrp="1" noChangeArrowheads="1"/>
          </p:cNvSpPr>
          <p:nvPr>
            <p:ph type="title"/>
          </p:nvPr>
        </p:nvSpPr>
        <p:spPr bwMode="gray">
          <a:xfrm>
            <a:off x="1349375" y="350838"/>
            <a:ext cx="7540625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fr-FR"/>
              <a:t>Cliquez pour modifier le style du titre</a:t>
            </a:r>
          </a:p>
        </p:txBody>
      </p:sp>
      <p:sp>
        <p:nvSpPr>
          <p:cNvPr id="19460" name="Rectangle 4"/>
          <p:cNvSpPr>
            <a:spLocks noGrp="1" noChangeArrowheads="1"/>
          </p:cNvSpPr>
          <p:nvPr>
            <p:ph type="body" idx="1"/>
          </p:nvPr>
        </p:nvSpPr>
        <p:spPr bwMode="gray">
          <a:xfrm>
            <a:off x="1349375" y="1673225"/>
            <a:ext cx="7540625" cy="47466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19461" name="Rectangle 5"/>
          <p:cNvSpPr>
            <a:spLocks noGrp="1" noChangeArrowheads="1"/>
          </p:cNvSpPr>
          <p:nvPr>
            <p:ph type="dt" sz="half" idx="2"/>
          </p:nvPr>
        </p:nvSpPr>
        <p:spPr bwMode="white">
          <a:xfrm>
            <a:off x="6578600" y="6489700"/>
            <a:ext cx="2011363" cy="273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</a:bodyPr>
          <a:lstStyle>
            <a:lvl1pPr algn="r">
              <a:defRPr sz="1100">
                <a:solidFill>
                  <a:schemeClr val="bg1"/>
                </a:solidFill>
              </a:defRPr>
            </a:lvl1pPr>
          </a:lstStyle>
          <a:p>
            <a:endParaRPr lang="fr-FR"/>
          </a:p>
        </p:txBody>
      </p:sp>
      <p:sp>
        <p:nvSpPr>
          <p:cNvPr id="19462" name="Rectangle 6"/>
          <p:cNvSpPr>
            <a:spLocks noGrp="1" noChangeArrowheads="1"/>
          </p:cNvSpPr>
          <p:nvPr>
            <p:ph type="ftr" sz="quarter" idx="3"/>
          </p:nvPr>
        </p:nvSpPr>
        <p:spPr bwMode="white">
          <a:xfrm>
            <a:off x="1349375" y="6488113"/>
            <a:ext cx="5218113" cy="273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</a:bodyPr>
          <a:lstStyle>
            <a:lvl1pPr>
              <a:defRPr sz="1100" b="1">
                <a:solidFill>
                  <a:schemeClr val="bg1"/>
                </a:solidFill>
              </a:defRPr>
            </a:lvl1pPr>
          </a:lstStyle>
          <a:p>
            <a:endParaRPr lang="fr-FR"/>
          </a:p>
        </p:txBody>
      </p:sp>
      <p:sp>
        <p:nvSpPr>
          <p:cNvPr id="19464" name="Rectangle 8"/>
          <p:cNvSpPr>
            <a:spLocks noGrp="1" noChangeArrowheads="1"/>
          </p:cNvSpPr>
          <p:nvPr>
            <p:ph type="sldNum" sz="quarter" idx="4"/>
          </p:nvPr>
        </p:nvSpPr>
        <p:spPr bwMode="white">
          <a:xfrm>
            <a:off x="8618538" y="6488113"/>
            <a:ext cx="525462" cy="273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</a:bodyPr>
          <a:lstStyle>
            <a:lvl1pPr>
              <a:defRPr sz="1100">
                <a:solidFill>
                  <a:schemeClr val="bg1"/>
                </a:solidFill>
              </a:defRPr>
            </a:lvl1pPr>
          </a:lstStyle>
          <a:p>
            <a:r>
              <a:rPr lang="fr-FR"/>
              <a:t>- </a:t>
            </a:r>
            <a:fld id="{E2F07B82-4858-4E29-890E-CAF1CE3CC11A}" type="slidenum">
              <a:rPr lang="fr-FR"/>
              <a:pPr/>
              <a:t>‹#›</a:t>
            </a:fld>
            <a:endParaRPr 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0" r:id="rId1"/>
    <p:sldLayoutId id="2147483749" r:id="rId2"/>
    <p:sldLayoutId id="2147483750" r:id="rId3"/>
    <p:sldLayoutId id="2147483751" r:id="rId4"/>
    <p:sldLayoutId id="2147483752" r:id="rId5"/>
    <p:sldLayoutId id="2147483753" r:id="rId6"/>
    <p:sldLayoutId id="2147483754" r:id="rId7"/>
    <p:sldLayoutId id="2147483755" r:id="rId8"/>
    <p:sldLayoutId id="2147483756" r:id="rId9"/>
    <p:sldLayoutId id="2147483757" r:id="rId10"/>
    <p:sldLayoutId id="2147483758" r:id="rId11"/>
    <p:sldLayoutId id="2147483776" r:id="rId12"/>
  </p:sldLayoutIdLst>
  <p:hf hdr="0" ftr="0"/>
  <p:txStyles>
    <p:titleStyle>
      <a:lvl1pPr algn="l" rtl="0" fontAlgn="base">
        <a:spcBef>
          <a:spcPct val="0"/>
        </a:spcBef>
        <a:spcAft>
          <a:spcPct val="0"/>
        </a:spcAft>
        <a:defRPr sz="2800" b="1">
          <a:solidFill>
            <a:schemeClr val="bg2"/>
          </a:solidFill>
          <a:latin typeface="+mj-lt"/>
          <a:ea typeface="+mj-ea"/>
          <a:cs typeface="+mj-cs"/>
        </a:defRPr>
      </a:lvl1pPr>
      <a:lvl2pPr algn="l" rtl="0" fontAlgn="base">
        <a:spcBef>
          <a:spcPct val="0"/>
        </a:spcBef>
        <a:spcAft>
          <a:spcPct val="0"/>
        </a:spcAft>
        <a:defRPr sz="2800" b="1">
          <a:solidFill>
            <a:schemeClr val="bg2"/>
          </a:solidFill>
          <a:latin typeface="Arial" charset="0"/>
          <a:cs typeface="Arial" charset="0"/>
        </a:defRPr>
      </a:lvl2pPr>
      <a:lvl3pPr algn="l" rtl="0" fontAlgn="base">
        <a:spcBef>
          <a:spcPct val="0"/>
        </a:spcBef>
        <a:spcAft>
          <a:spcPct val="0"/>
        </a:spcAft>
        <a:defRPr sz="2800" b="1">
          <a:solidFill>
            <a:schemeClr val="bg2"/>
          </a:solidFill>
          <a:latin typeface="Arial" charset="0"/>
          <a:cs typeface="Arial" charset="0"/>
        </a:defRPr>
      </a:lvl3pPr>
      <a:lvl4pPr algn="l" rtl="0" fontAlgn="base">
        <a:spcBef>
          <a:spcPct val="0"/>
        </a:spcBef>
        <a:spcAft>
          <a:spcPct val="0"/>
        </a:spcAft>
        <a:defRPr sz="2800" b="1">
          <a:solidFill>
            <a:schemeClr val="bg2"/>
          </a:solidFill>
          <a:latin typeface="Arial" charset="0"/>
          <a:cs typeface="Arial" charset="0"/>
        </a:defRPr>
      </a:lvl4pPr>
      <a:lvl5pPr algn="l" rtl="0" fontAlgn="base">
        <a:spcBef>
          <a:spcPct val="0"/>
        </a:spcBef>
        <a:spcAft>
          <a:spcPct val="0"/>
        </a:spcAft>
        <a:defRPr sz="2800" b="1">
          <a:solidFill>
            <a:schemeClr val="bg2"/>
          </a:solidFill>
          <a:latin typeface="Arial" charset="0"/>
          <a:cs typeface="Arial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2800" b="1">
          <a:solidFill>
            <a:schemeClr val="bg2"/>
          </a:solidFill>
          <a:latin typeface="Arial" charset="0"/>
          <a:cs typeface="Arial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2800" b="1">
          <a:solidFill>
            <a:schemeClr val="bg2"/>
          </a:solidFill>
          <a:latin typeface="Arial" charset="0"/>
          <a:cs typeface="Arial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2800" b="1">
          <a:solidFill>
            <a:schemeClr val="bg2"/>
          </a:solidFill>
          <a:latin typeface="Arial" charset="0"/>
          <a:cs typeface="Arial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2800" b="1">
          <a:solidFill>
            <a:schemeClr val="bg2"/>
          </a:solidFill>
          <a:latin typeface="Arial" charset="0"/>
          <a:cs typeface="Arial" charset="0"/>
        </a:defRPr>
      </a:lvl9pPr>
    </p:titleStyle>
    <p:bodyStyle>
      <a:lvl1pPr algn="l" rtl="0" fontAlgn="base">
        <a:lnSpc>
          <a:spcPct val="125000"/>
        </a:lnSpc>
        <a:spcBef>
          <a:spcPct val="0"/>
        </a:spcBef>
        <a:spcAft>
          <a:spcPct val="0"/>
        </a:spcAft>
        <a:defRPr sz="1600">
          <a:solidFill>
            <a:schemeClr val="tx2"/>
          </a:solidFill>
          <a:latin typeface="+mn-lt"/>
          <a:ea typeface="+mn-ea"/>
          <a:cs typeface="+mn-cs"/>
        </a:defRPr>
      </a:lvl1pPr>
      <a:lvl2pPr marL="220663" indent="-219075" algn="l" rtl="0" fontAlgn="base">
        <a:lnSpc>
          <a:spcPct val="125000"/>
        </a:lnSpc>
        <a:spcBef>
          <a:spcPct val="0"/>
        </a:spcBef>
        <a:spcAft>
          <a:spcPct val="0"/>
        </a:spcAft>
        <a:buClr>
          <a:schemeClr val="bg2"/>
        </a:buClr>
        <a:buChar char="•"/>
        <a:defRPr sz="1600">
          <a:solidFill>
            <a:schemeClr val="tx2"/>
          </a:solidFill>
          <a:latin typeface="+mn-lt"/>
          <a:cs typeface="+mn-cs"/>
        </a:defRPr>
      </a:lvl2pPr>
      <a:lvl3pPr marL="554038" indent="-127000" algn="l" rtl="0" fontAlgn="base">
        <a:lnSpc>
          <a:spcPct val="125000"/>
        </a:lnSpc>
        <a:spcBef>
          <a:spcPct val="0"/>
        </a:spcBef>
        <a:spcAft>
          <a:spcPct val="0"/>
        </a:spcAft>
        <a:buFont typeface="Arial" charset="0"/>
        <a:buChar char="-"/>
        <a:defRPr sz="1600">
          <a:solidFill>
            <a:schemeClr val="tx2"/>
          </a:solidFill>
          <a:latin typeface="+mn-lt"/>
          <a:cs typeface="+mn-cs"/>
        </a:defRPr>
      </a:lvl3pPr>
      <a:lvl4pPr marL="555625" algn="l" rtl="0" fontAlgn="base">
        <a:lnSpc>
          <a:spcPct val="125000"/>
        </a:lnSpc>
        <a:spcBef>
          <a:spcPct val="0"/>
        </a:spcBef>
        <a:spcAft>
          <a:spcPct val="0"/>
        </a:spcAft>
        <a:defRPr sz="1400">
          <a:solidFill>
            <a:schemeClr val="tx2"/>
          </a:solidFill>
          <a:latin typeface="+mn-lt"/>
          <a:cs typeface="+mn-cs"/>
        </a:defRPr>
      </a:lvl4pPr>
      <a:lvl5pPr marL="557213" algn="l" rtl="0" fontAlgn="base">
        <a:lnSpc>
          <a:spcPct val="125000"/>
        </a:lnSpc>
        <a:spcBef>
          <a:spcPct val="0"/>
        </a:spcBef>
        <a:spcAft>
          <a:spcPct val="0"/>
        </a:spcAft>
        <a:defRPr sz="1200">
          <a:solidFill>
            <a:schemeClr val="tx2"/>
          </a:solidFill>
          <a:latin typeface="+mn-lt"/>
          <a:cs typeface="+mn-cs"/>
        </a:defRPr>
      </a:lvl5pPr>
      <a:lvl6pPr marL="1014413" algn="l" rtl="0" fontAlgn="base">
        <a:lnSpc>
          <a:spcPct val="125000"/>
        </a:lnSpc>
        <a:spcBef>
          <a:spcPct val="0"/>
        </a:spcBef>
        <a:spcAft>
          <a:spcPct val="0"/>
        </a:spcAft>
        <a:defRPr sz="1200">
          <a:solidFill>
            <a:schemeClr val="tx2"/>
          </a:solidFill>
          <a:latin typeface="+mn-lt"/>
          <a:cs typeface="+mn-cs"/>
        </a:defRPr>
      </a:lvl6pPr>
      <a:lvl7pPr marL="1471613" algn="l" rtl="0" fontAlgn="base">
        <a:lnSpc>
          <a:spcPct val="125000"/>
        </a:lnSpc>
        <a:spcBef>
          <a:spcPct val="0"/>
        </a:spcBef>
        <a:spcAft>
          <a:spcPct val="0"/>
        </a:spcAft>
        <a:defRPr sz="1200">
          <a:solidFill>
            <a:schemeClr val="tx2"/>
          </a:solidFill>
          <a:latin typeface="+mn-lt"/>
          <a:cs typeface="+mn-cs"/>
        </a:defRPr>
      </a:lvl7pPr>
      <a:lvl8pPr marL="1928813" algn="l" rtl="0" fontAlgn="base">
        <a:lnSpc>
          <a:spcPct val="125000"/>
        </a:lnSpc>
        <a:spcBef>
          <a:spcPct val="0"/>
        </a:spcBef>
        <a:spcAft>
          <a:spcPct val="0"/>
        </a:spcAft>
        <a:defRPr sz="1200">
          <a:solidFill>
            <a:schemeClr val="tx2"/>
          </a:solidFill>
          <a:latin typeface="+mn-lt"/>
          <a:cs typeface="+mn-cs"/>
        </a:defRPr>
      </a:lvl8pPr>
      <a:lvl9pPr marL="2386013" algn="l" rtl="0" fontAlgn="base">
        <a:lnSpc>
          <a:spcPct val="125000"/>
        </a:lnSpc>
        <a:spcBef>
          <a:spcPct val="0"/>
        </a:spcBef>
        <a:spcAft>
          <a:spcPct val="0"/>
        </a:spcAft>
        <a:defRPr sz="1200">
          <a:solidFill>
            <a:schemeClr val="tx2"/>
          </a:solidFill>
          <a:latin typeface="+mn-lt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0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511" name="Picture 7" descr="bandeau_texte_orange"/>
          <p:cNvPicPr>
            <a:picLocks noChangeAspect="1" noChangeArrowheads="1"/>
          </p:cNvPicPr>
          <p:nvPr/>
        </p:nvPicPr>
        <p:blipFill>
          <a:blip r:embed="rId13" cstate="print"/>
          <a:srcRect/>
          <a:stretch>
            <a:fillRect/>
          </a:stretch>
        </p:blipFill>
        <p:spPr bwMode="auto">
          <a:xfrm>
            <a:off x="0" y="5778500"/>
            <a:ext cx="9144000" cy="1079500"/>
          </a:xfrm>
          <a:prstGeom prst="rect">
            <a:avLst/>
          </a:prstGeom>
          <a:noFill/>
        </p:spPr>
      </p:pic>
      <p:sp>
        <p:nvSpPr>
          <p:cNvPr id="21507" name="Rectangle 3"/>
          <p:cNvSpPr>
            <a:spLocks noGrp="1" noChangeArrowheads="1"/>
          </p:cNvSpPr>
          <p:nvPr>
            <p:ph type="title"/>
          </p:nvPr>
        </p:nvSpPr>
        <p:spPr bwMode="gray">
          <a:xfrm>
            <a:off x="1349375" y="350838"/>
            <a:ext cx="7540625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fr-FR"/>
              <a:t>Cliquez pour modifier le style du titre</a:t>
            </a:r>
          </a:p>
        </p:txBody>
      </p:sp>
      <p:sp>
        <p:nvSpPr>
          <p:cNvPr id="21508" name="Rectangle 4"/>
          <p:cNvSpPr>
            <a:spLocks noGrp="1" noChangeArrowheads="1"/>
          </p:cNvSpPr>
          <p:nvPr>
            <p:ph type="body" idx="1"/>
          </p:nvPr>
        </p:nvSpPr>
        <p:spPr bwMode="gray">
          <a:xfrm>
            <a:off x="1349375" y="1673225"/>
            <a:ext cx="7540625" cy="47466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21509" name="Rectangle 5"/>
          <p:cNvSpPr>
            <a:spLocks noGrp="1" noChangeArrowheads="1"/>
          </p:cNvSpPr>
          <p:nvPr>
            <p:ph type="dt" sz="half" idx="2"/>
          </p:nvPr>
        </p:nvSpPr>
        <p:spPr bwMode="white">
          <a:xfrm>
            <a:off x="6578600" y="6489700"/>
            <a:ext cx="2011363" cy="273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</a:bodyPr>
          <a:lstStyle>
            <a:lvl1pPr algn="r">
              <a:defRPr sz="1100">
                <a:solidFill>
                  <a:schemeClr val="bg1"/>
                </a:solidFill>
              </a:defRPr>
            </a:lvl1pPr>
          </a:lstStyle>
          <a:p>
            <a:endParaRPr lang="fr-FR"/>
          </a:p>
        </p:txBody>
      </p:sp>
      <p:sp>
        <p:nvSpPr>
          <p:cNvPr id="21510" name="Rectangle 6"/>
          <p:cNvSpPr>
            <a:spLocks noGrp="1" noChangeArrowheads="1"/>
          </p:cNvSpPr>
          <p:nvPr>
            <p:ph type="ftr" sz="quarter" idx="3"/>
          </p:nvPr>
        </p:nvSpPr>
        <p:spPr bwMode="white">
          <a:xfrm>
            <a:off x="1349375" y="6488113"/>
            <a:ext cx="5218113" cy="273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</a:bodyPr>
          <a:lstStyle>
            <a:lvl1pPr>
              <a:defRPr sz="1100" b="1">
                <a:solidFill>
                  <a:schemeClr val="bg1"/>
                </a:solidFill>
              </a:defRPr>
            </a:lvl1pPr>
          </a:lstStyle>
          <a:p>
            <a:endParaRPr lang="fr-FR"/>
          </a:p>
        </p:txBody>
      </p:sp>
      <p:sp>
        <p:nvSpPr>
          <p:cNvPr id="21512" name="Rectangle 8"/>
          <p:cNvSpPr>
            <a:spLocks noGrp="1" noChangeArrowheads="1"/>
          </p:cNvSpPr>
          <p:nvPr>
            <p:ph type="sldNum" sz="quarter" idx="4"/>
          </p:nvPr>
        </p:nvSpPr>
        <p:spPr bwMode="white">
          <a:xfrm>
            <a:off x="8618538" y="6488113"/>
            <a:ext cx="525462" cy="273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</a:bodyPr>
          <a:lstStyle>
            <a:lvl1pPr>
              <a:defRPr sz="1100">
                <a:solidFill>
                  <a:schemeClr val="bg1"/>
                </a:solidFill>
              </a:defRPr>
            </a:lvl1pPr>
          </a:lstStyle>
          <a:p>
            <a:r>
              <a:rPr lang="fr-FR"/>
              <a:t>- </a:t>
            </a:r>
            <a:fld id="{E77FB8CA-9B2F-4114-90A2-7C3108D4B26F}" type="slidenum">
              <a:rPr lang="fr-FR"/>
              <a:pPr/>
              <a:t>‹#›</a:t>
            </a:fld>
            <a:endParaRPr 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759" r:id="rId2"/>
    <p:sldLayoutId id="2147483760" r:id="rId3"/>
    <p:sldLayoutId id="2147483761" r:id="rId4"/>
    <p:sldLayoutId id="2147483762" r:id="rId5"/>
    <p:sldLayoutId id="2147483763" r:id="rId6"/>
    <p:sldLayoutId id="2147483764" r:id="rId7"/>
    <p:sldLayoutId id="2147483765" r:id="rId8"/>
    <p:sldLayoutId id="2147483766" r:id="rId9"/>
    <p:sldLayoutId id="2147483767" r:id="rId10"/>
    <p:sldLayoutId id="2147483768" r:id="rId11"/>
  </p:sldLayoutIdLst>
  <p:hf hdr="0" ftr="0"/>
  <p:txStyles>
    <p:titleStyle>
      <a:lvl1pPr algn="l" rtl="0" fontAlgn="base">
        <a:spcBef>
          <a:spcPct val="0"/>
        </a:spcBef>
        <a:spcAft>
          <a:spcPct val="0"/>
        </a:spcAft>
        <a:defRPr sz="2800" b="1">
          <a:solidFill>
            <a:schemeClr val="bg2"/>
          </a:solidFill>
          <a:latin typeface="+mj-lt"/>
          <a:ea typeface="+mj-ea"/>
          <a:cs typeface="+mj-cs"/>
        </a:defRPr>
      </a:lvl1pPr>
      <a:lvl2pPr algn="l" rtl="0" fontAlgn="base">
        <a:spcBef>
          <a:spcPct val="0"/>
        </a:spcBef>
        <a:spcAft>
          <a:spcPct val="0"/>
        </a:spcAft>
        <a:defRPr sz="2800" b="1">
          <a:solidFill>
            <a:schemeClr val="bg2"/>
          </a:solidFill>
          <a:latin typeface="Arial" charset="0"/>
          <a:cs typeface="Arial" charset="0"/>
        </a:defRPr>
      </a:lvl2pPr>
      <a:lvl3pPr algn="l" rtl="0" fontAlgn="base">
        <a:spcBef>
          <a:spcPct val="0"/>
        </a:spcBef>
        <a:spcAft>
          <a:spcPct val="0"/>
        </a:spcAft>
        <a:defRPr sz="2800" b="1">
          <a:solidFill>
            <a:schemeClr val="bg2"/>
          </a:solidFill>
          <a:latin typeface="Arial" charset="0"/>
          <a:cs typeface="Arial" charset="0"/>
        </a:defRPr>
      </a:lvl3pPr>
      <a:lvl4pPr algn="l" rtl="0" fontAlgn="base">
        <a:spcBef>
          <a:spcPct val="0"/>
        </a:spcBef>
        <a:spcAft>
          <a:spcPct val="0"/>
        </a:spcAft>
        <a:defRPr sz="2800" b="1">
          <a:solidFill>
            <a:schemeClr val="bg2"/>
          </a:solidFill>
          <a:latin typeface="Arial" charset="0"/>
          <a:cs typeface="Arial" charset="0"/>
        </a:defRPr>
      </a:lvl4pPr>
      <a:lvl5pPr algn="l" rtl="0" fontAlgn="base">
        <a:spcBef>
          <a:spcPct val="0"/>
        </a:spcBef>
        <a:spcAft>
          <a:spcPct val="0"/>
        </a:spcAft>
        <a:defRPr sz="2800" b="1">
          <a:solidFill>
            <a:schemeClr val="bg2"/>
          </a:solidFill>
          <a:latin typeface="Arial" charset="0"/>
          <a:cs typeface="Arial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2800" b="1">
          <a:solidFill>
            <a:schemeClr val="bg2"/>
          </a:solidFill>
          <a:latin typeface="Arial" charset="0"/>
          <a:cs typeface="Arial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2800" b="1">
          <a:solidFill>
            <a:schemeClr val="bg2"/>
          </a:solidFill>
          <a:latin typeface="Arial" charset="0"/>
          <a:cs typeface="Arial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2800" b="1">
          <a:solidFill>
            <a:schemeClr val="bg2"/>
          </a:solidFill>
          <a:latin typeface="Arial" charset="0"/>
          <a:cs typeface="Arial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2800" b="1">
          <a:solidFill>
            <a:schemeClr val="bg2"/>
          </a:solidFill>
          <a:latin typeface="Arial" charset="0"/>
          <a:cs typeface="Arial" charset="0"/>
        </a:defRPr>
      </a:lvl9pPr>
    </p:titleStyle>
    <p:bodyStyle>
      <a:lvl1pPr algn="l" rtl="0" fontAlgn="base">
        <a:lnSpc>
          <a:spcPct val="125000"/>
        </a:lnSpc>
        <a:spcBef>
          <a:spcPct val="0"/>
        </a:spcBef>
        <a:spcAft>
          <a:spcPct val="0"/>
        </a:spcAft>
        <a:defRPr sz="1600">
          <a:solidFill>
            <a:schemeClr val="tx2"/>
          </a:solidFill>
          <a:latin typeface="+mn-lt"/>
          <a:ea typeface="+mn-ea"/>
          <a:cs typeface="+mn-cs"/>
        </a:defRPr>
      </a:lvl1pPr>
      <a:lvl2pPr marL="220663" indent="-219075" algn="l" rtl="0" fontAlgn="base">
        <a:lnSpc>
          <a:spcPct val="125000"/>
        </a:lnSpc>
        <a:spcBef>
          <a:spcPct val="0"/>
        </a:spcBef>
        <a:spcAft>
          <a:spcPct val="0"/>
        </a:spcAft>
        <a:buClr>
          <a:schemeClr val="bg2"/>
        </a:buClr>
        <a:buChar char="•"/>
        <a:defRPr sz="1600">
          <a:solidFill>
            <a:schemeClr val="tx2"/>
          </a:solidFill>
          <a:latin typeface="+mn-lt"/>
          <a:cs typeface="+mn-cs"/>
        </a:defRPr>
      </a:lvl2pPr>
      <a:lvl3pPr marL="554038" indent="-127000" algn="l" rtl="0" fontAlgn="base">
        <a:lnSpc>
          <a:spcPct val="125000"/>
        </a:lnSpc>
        <a:spcBef>
          <a:spcPct val="0"/>
        </a:spcBef>
        <a:spcAft>
          <a:spcPct val="0"/>
        </a:spcAft>
        <a:buFont typeface="Arial" charset="0"/>
        <a:buChar char="-"/>
        <a:defRPr sz="1600">
          <a:solidFill>
            <a:schemeClr val="tx2"/>
          </a:solidFill>
          <a:latin typeface="+mn-lt"/>
          <a:cs typeface="+mn-cs"/>
        </a:defRPr>
      </a:lvl3pPr>
      <a:lvl4pPr marL="555625" algn="l" rtl="0" fontAlgn="base">
        <a:lnSpc>
          <a:spcPct val="125000"/>
        </a:lnSpc>
        <a:spcBef>
          <a:spcPct val="0"/>
        </a:spcBef>
        <a:spcAft>
          <a:spcPct val="0"/>
        </a:spcAft>
        <a:defRPr sz="1400">
          <a:solidFill>
            <a:schemeClr val="tx2"/>
          </a:solidFill>
          <a:latin typeface="+mn-lt"/>
          <a:cs typeface="+mn-cs"/>
        </a:defRPr>
      </a:lvl4pPr>
      <a:lvl5pPr marL="557213" algn="l" rtl="0" fontAlgn="base">
        <a:lnSpc>
          <a:spcPct val="125000"/>
        </a:lnSpc>
        <a:spcBef>
          <a:spcPct val="0"/>
        </a:spcBef>
        <a:spcAft>
          <a:spcPct val="0"/>
        </a:spcAft>
        <a:defRPr sz="1200">
          <a:solidFill>
            <a:schemeClr val="tx2"/>
          </a:solidFill>
          <a:latin typeface="+mn-lt"/>
          <a:cs typeface="+mn-cs"/>
        </a:defRPr>
      </a:lvl5pPr>
      <a:lvl6pPr marL="1014413" algn="l" rtl="0" fontAlgn="base">
        <a:lnSpc>
          <a:spcPct val="125000"/>
        </a:lnSpc>
        <a:spcBef>
          <a:spcPct val="0"/>
        </a:spcBef>
        <a:spcAft>
          <a:spcPct val="0"/>
        </a:spcAft>
        <a:defRPr sz="1200">
          <a:solidFill>
            <a:schemeClr val="tx2"/>
          </a:solidFill>
          <a:latin typeface="+mn-lt"/>
          <a:cs typeface="+mn-cs"/>
        </a:defRPr>
      </a:lvl6pPr>
      <a:lvl7pPr marL="1471613" algn="l" rtl="0" fontAlgn="base">
        <a:lnSpc>
          <a:spcPct val="125000"/>
        </a:lnSpc>
        <a:spcBef>
          <a:spcPct val="0"/>
        </a:spcBef>
        <a:spcAft>
          <a:spcPct val="0"/>
        </a:spcAft>
        <a:defRPr sz="1200">
          <a:solidFill>
            <a:schemeClr val="tx2"/>
          </a:solidFill>
          <a:latin typeface="+mn-lt"/>
          <a:cs typeface="+mn-cs"/>
        </a:defRPr>
      </a:lvl7pPr>
      <a:lvl8pPr marL="1928813" algn="l" rtl="0" fontAlgn="base">
        <a:lnSpc>
          <a:spcPct val="125000"/>
        </a:lnSpc>
        <a:spcBef>
          <a:spcPct val="0"/>
        </a:spcBef>
        <a:spcAft>
          <a:spcPct val="0"/>
        </a:spcAft>
        <a:defRPr sz="1200">
          <a:solidFill>
            <a:schemeClr val="tx2"/>
          </a:solidFill>
          <a:latin typeface="+mn-lt"/>
          <a:cs typeface="+mn-cs"/>
        </a:defRPr>
      </a:lvl8pPr>
      <a:lvl9pPr marL="2386013" algn="l" rtl="0" fontAlgn="base">
        <a:lnSpc>
          <a:spcPct val="125000"/>
        </a:lnSpc>
        <a:spcBef>
          <a:spcPct val="0"/>
        </a:spcBef>
        <a:spcAft>
          <a:spcPct val="0"/>
        </a:spcAft>
        <a:defRPr sz="1200">
          <a:solidFill>
            <a:schemeClr val="tx2"/>
          </a:solidFill>
          <a:latin typeface="+mn-lt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89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0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90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90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90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90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90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90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0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90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90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90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9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灯片编号占位符 4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r>
              <a:rPr lang="fr-FR" dirty="0"/>
              <a:t>  </a:t>
            </a:r>
            <a:fld id="{B31180D4-E157-4E87-B5D6-62BEC78BB90E}" type="slidenum">
              <a:rPr lang="fr-FR" smtClean="0"/>
              <a:pPr/>
              <a:t>1</a:t>
            </a:fld>
            <a:endParaRPr lang="fr-FR" dirty="0"/>
          </a:p>
        </p:txBody>
      </p:sp>
      <p:graphicFrame>
        <p:nvGraphicFramePr>
          <p:cNvPr id="2" name="表格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07792080"/>
              </p:ext>
            </p:extLst>
          </p:nvPr>
        </p:nvGraphicFramePr>
        <p:xfrm>
          <a:off x="484174" y="4066845"/>
          <a:ext cx="7933654" cy="1296377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793365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1061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3600" b="0" u="none" dirty="0">
                          <a:solidFill>
                            <a:schemeClr val="tx1"/>
                          </a:solidFill>
                          <a:latin typeface="黑体" pitchFamily="49" charset="-122"/>
                          <a:ea typeface="黑体" pitchFamily="49" charset="-122"/>
                        </a:rPr>
                        <a:t>帅子琦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56297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800" b="0" dirty="0">
                          <a:solidFill>
                            <a:schemeClr val="bg1"/>
                          </a:solidFill>
                          <a:latin typeface="黑体" pitchFamily="49" charset="-122"/>
                          <a:ea typeface="黑体" pitchFamily="49" charset="-122"/>
                        </a:rPr>
                        <a:t>武汉大学</a:t>
                      </a:r>
                      <a:r>
                        <a:rPr lang="zh-CN" altLang="en-US" sz="2800" b="0" baseline="0" dirty="0">
                          <a:solidFill>
                            <a:schemeClr val="bg1"/>
                          </a:solidFill>
                          <a:latin typeface="黑体" pitchFamily="49" charset="-122"/>
                          <a:ea typeface="黑体" pitchFamily="49" charset="-122"/>
                        </a:rPr>
                        <a:t> </a:t>
                      </a:r>
                      <a:r>
                        <a:rPr lang="zh-CN" altLang="en-US" sz="2800" b="0" dirty="0">
                          <a:solidFill>
                            <a:schemeClr val="bg1"/>
                          </a:solidFill>
                          <a:latin typeface="黑体" pitchFamily="49" charset="-122"/>
                          <a:ea typeface="黑体" pitchFamily="49" charset="-122"/>
                        </a:rPr>
                        <a:t>计算机学院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3" name="矩形 2"/>
          <p:cNvSpPr/>
          <p:nvPr/>
        </p:nvSpPr>
        <p:spPr>
          <a:xfrm>
            <a:off x="2381699" y="5593959"/>
            <a:ext cx="5725981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400" b="1" dirty="0">
                <a:latin typeface="+mj-lt"/>
                <a:ea typeface="宋体" pitchFamily="2" charset="-122"/>
              </a:rPr>
              <a:t>Email</a:t>
            </a:r>
            <a:r>
              <a:rPr lang="zh-CN" altLang="en-US" sz="2400" b="1" dirty="0">
                <a:latin typeface="+mj-lt"/>
                <a:ea typeface="宋体" pitchFamily="2" charset="-122"/>
              </a:rPr>
              <a:t>：</a:t>
            </a:r>
            <a:r>
              <a:rPr lang="en-US" altLang="zh-CN" sz="2400" b="1" dirty="0">
                <a:solidFill>
                  <a:schemeClr val="bg1"/>
                </a:solidFill>
                <a:latin typeface="+mj-lt"/>
                <a:ea typeface="宋体" pitchFamily="2" charset="-122"/>
              </a:rPr>
              <a:t>szq</a:t>
            </a:r>
            <a:r>
              <a:rPr lang="en-US" altLang="zh-CN" sz="2400" dirty="0">
                <a:solidFill>
                  <a:schemeClr val="bg1"/>
                </a:solidFill>
                <a:latin typeface="+mj-lt"/>
                <a:ea typeface="宋体" pitchFamily="2" charset="-122"/>
              </a:rPr>
              <a:t>@whu.edu.cn </a:t>
            </a:r>
          </a:p>
        </p:txBody>
      </p:sp>
      <p:pic>
        <p:nvPicPr>
          <p:cNvPr id="1027" name="Picture 3" descr="C:\Users\jifeng\Desktop\logo.png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01" t="17040" r="69099" b="13969"/>
          <a:stretch/>
        </p:blipFill>
        <p:spPr bwMode="auto">
          <a:xfrm>
            <a:off x="467396" y="6333688"/>
            <a:ext cx="555286" cy="5243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itre 6"/>
          <p:cNvSpPr txBox="1">
            <a:spLocks/>
          </p:cNvSpPr>
          <p:nvPr/>
        </p:nvSpPr>
        <p:spPr bwMode="white">
          <a:xfrm>
            <a:off x="34765" y="2218945"/>
            <a:ext cx="8839201" cy="1252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</a:bodyPr>
          <a:lstStyle>
            <a:lvl1pPr algn="l" rtl="0" fontAlgn="base">
              <a:spcBef>
                <a:spcPct val="0"/>
              </a:spcBef>
              <a:spcAft>
                <a:spcPct val="0"/>
              </a:spcAft>
              <a:defRPr sz="3300" b="1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bg2"/>
                </a:solidFill>
                <a:latin typeface="Arial" charset="0"/>
                <a:cs typeface="Arial" charset="0"/>
              </a:defRPr>
            </a:lvl2pPr>
            <a:lvl3pPr algn="l" rtl="0" fontAlgn="base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bg2"/>
                </a:solidFill>
                <a:latin typeface="Arial" charset="0"/>
                <a:cs typeface="Arial" charset="0"/>
              </a:defRPr>
            </a:lvl3pPr>
            <a:lvl4pPr algn="l" rtl="0" fontAlgn="base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bg2"/>
                </a:solidFill>
                <a:latin typeface="Arial" charset="0"/>
                <a:cs typeface="Arial" charset="0"/>
              </a:defRPr>
            </a:lvl4pPr>
            <a:lvl5pPr algn="l" rtl="0" fontAlgn="base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bg2"/>
                </a:solidFill>
                <a:latin typeface="Arial" charset="0"/>
                <a:cs typeface="Arial" charset="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bg2"/>
                </a:solidFill>
                <a:latin typeface="Arial" charset="0"/>
                <a:cs typeface="Arial" charset="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bg2"/>
                </a:solidFill>
                <a:latin typeface="Arial" charset="0"/>
                <a:cs typeface="Arial" charset="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bg2"/>
                </a:solidFill>
                <a:latin typeface="Arial" charset="0"/>
                <a:cs typeface="Arial" charset="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bg2"/>
                </a:solidFill>
                <a:latin typeface="Arial" charset="0"/>
                <a:cs typeface="Arial" charset="0"/>
              </a:defRPr>
            </a:lvl9pPr>
          </a:lstStyle>
          <a:p>
            <a:pPr algn="ctr"/>
            <a:endParaRPr lang="en-US" altLang="zh-CN" sz="4000" b="0" dirty="0">
              <a:ln w="17780" cmpd="sng">
                <a:solidFill>
                  <a:schemeClr val="bg1"/>
                </a:solidFill>
                <a:prstDash val="solid"/>
                <a:miter lim="800000"/>
              </a:ln>
              <a:latin typeface="黑体" pitchFamily="49" charset="-122"/>
              <a:ea typeface="黑体" pitchFamily="49" charset="-122"/>
              <a:cs typeface="Arial Unicode MS" pitchFamily="34" charset="-122"/>
            </a:endParaRPr>
          </a:p>
          <a:p>
            <a:pPr algn="ctr"/>
            <a:r>
              <a:rPr lang="en-US" sz="4000" b="0" dirty="0">
                <a:latin typeface="黑体" pitchFamily="49" charset="-122"/>
                <a:ea typeface="黑体" pitchFamily="49" charset="-122"/>
              </a:rPr>
              <a:t>实验课</a:t>
            </a:r>
            <a:r>
              <a:rPr lang="en-US" altLang="zh-CN" sz="4000" b="0" dirty="0">
                <a:latin typeface="黑体" pitchFamily="49" charset="-122"/>
                <a:ea typeface="黑体" pitchFamily="49" charset="-122"/>
              </a:rPr>
              <a:t>1</a:t>
            </a:r>
            <a:r>
              <a:rPr lang="en-US" sz="4000" b="0" dirty="0">
                <a:latin typeface="黑体" pitchFamily="49" charset="-122"/>
                <a:ea typeface="黑体" pitchFamily="49" charset="-122"/>
              </a:rPr>
              <a:t> </a:t>
            </a:r>
            <a:r>
              <a:rPr lang="en-US" altLang="zh-CN" sz="4000" b="0" dirty="0">
                <a:latin typeface="黑体" pitchFamily="49" charset="-122"/>
                <a:ea typeface="黑体" pitchFamily="49" charset="-122"/>
              </a:rPr>
              <a:t>GTest</a:t>
            </a:r>
            <a:r>
              <a:rPr lang="zh-CN" altLang="en-US" sz="4000" b="0" dirty="0">
                <a:latin typeface="黑体" pitchFamily="49" charset="-122"/>
                <a:ea typeface="黑体" pitchFamily="49" charset="-122"/>
              </a:rPr>
              <a:t>测试实践</a:t>
            </a:r>
            <a:br>
              <a:rPr lang="en-US" sz="4000" b="0" dirty="0">
                <a:ln w="17780" cmpd="sng">
                  <a:noFill/>
                  <a:prstDash val="solid"/>
                  <a:miter lim="800000"/>
                </a:ln>
                <a:latin typeface="黑体" pitchFamily="49" charset="-122"/>
                <a:ea typeface="黑体" pitchFamily="49" charset="-122"/>
                <a:cs typeface="Arial Unicode MS" pitchFamily="34" charset="-122"/>
              </a:rPr>
            </a:br>
            <a:endParaRPr lang="en-US" sz="4000" dirty="0">
              <a:ln w="17780" cmpd="sng">
                <a:noFill/>
                <a:prstDash val="solid"/>
                <a:miter lim="800000"/>
              </a:ln>
              <a:latin typeface="黑体" pitchFamily="49" charset="-122"/>
              <a:ea typeface="黑体" pitchFamily="49" charset="-122"/>
              <a:cs typeface="Arial Unicode MS" pitchFamily="34" charset="-122"/>
            </a:endParaRPr>
          </a:p>
        </p:txBody>
      </p:sp>
      <p:sp>
        <p:nvSpPr>
          <p:cNvPr id="10" name="Titre 6"/>
          <p:cNvSpPr txBox="1">
            <a:spLocks/>
          </p:cNvSpPr>
          <p:nvPr/>
        </p:nvSpPr>
        <p:spPr bwMode="white">
          <a:xfrm>
            <a:off x="15866" y="699921"/>
            <a:ext cx="8839201" cy="1252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</a:bodyPr>
          <a:lstStyle>
            <a:lvl1pPr algn="l" rtl="0" fontAlgn="base">
              <a:spcBef>
                <a:spcPct val="0"/>
              </a:spcBef>
              <a:spcAft>
                <a:spcPct val="0"/>
              </a:spcAft>
              <a:defRPr sz="3300" b="1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bg2"/>
                </a:solidFill>
                <a:latin typeface="Arial" charset="0"/>
                <a:cs typeface="Arial" charset="0"/>
              </a:defRPr>
            </a:lvl2pPr>
            <a:lvl3pPr algn="l" rtl="0" fontAlgn="base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bg2"/>
                </a:solidFill>
                <a:latin typeface="Arial" charset="0"/>
                <a:cs typeface="Arial" charset="0"/>
              </a:defRPr>
            </a:lvl3pPr>
            <a:lvl4pPr algn="l" rtl="0" fontAlgn="base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bg2"/>
                </a:solidFill>
                <a:latin typeface="Arial" charset="0"/>
                <a:cs typeface="Arial" charset="0"/>
              </a:defRPr>
            </a:lvl4pPr>
            <a:lvl5pPr algn="l" rtl="0" fontAlgn="base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bg2"/>
                </a:solidFill>
                <a:latin typeface="Arial" charset="0"/>
                <a:cs typeface="Arial" charset="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bg2"/>
                </a:solidFill>
                <a:latin typeface="Arial" charset="0"/>
                <a:cs typeface="Arial" charset="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bg2"/>
                </a:solidFill>
                <a:latin typeface="Arial" charset="0"/>
                <a:cs typeface="Arial" charset="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bg2"/>
                </a:solidFill>
                <a:latin typeface="Arial" charset="0"/>
                <a:cs typeface="Arial" charset="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bg2"/>
                </a:solidFill>
                <a:latin typeface="Arial" charset="0"/>
                <a:cs typeface="Arial" charset="0"/>
              </a:defRPr>
            </a:lvl9pPr>
          </a:lstStyle>
          <a:p>
            <a:pPr algn="ctr"/>
            <a:endParaRPr lang="en-US" altLang="zh-CN" sz="4000" b="0" dirty="0">
              <a:ln w="17780" cmpd="sng">
                <a:solidFill>
                  <a:schemeClr val="bg1"/>
                </a:solidFill>
                <a:prstDash val="solid"/>
                <a:miter lim="800000"/>
              </a:ln>
              <a:latin typeface="黑体" pitchFamily="49" charset="-122"/>
              <a:ea typeface="黑体" pitchFamily="49" charset="-122"/>
              <a:cs typeface="Arial Unicode MS" pitchFamily="34" charset="-122"/>
            </a:endParaRPr>
          </a:p>
          <a:p>
            <a:pPr algn="ctr"/>
            <a:r>
              <a:rPr lang="zh-CN" altLang="en-US" sz="4000" dirty="0">
                <a:solidFill>
                  <a:schemeClr val="tx1"/>
                </a:solidFill>
                <a:latin typeface="黑体" pitchFamily="49" charset="-122"/>
                <a:ea typeface="黑体" pitchFamily="49" charset="-122"/>
              </a:rPr>
              <a:t>软件质量保障与测试</a:t>
            </a:r>
            <a:endParaRPr lang="en-US" sz="4000" dirty="0">
              <a:ln w="17780" cmpd="sng">
                <a:noFill/>
                <a:prstDash val="solid"/>
                <a:miter lim="800000"/>
              </a:ln>
              <a:solidFill>
                <a:schemeClr val="tx1"/>
              </a:solidFill>
              <a:latin typeface="黑体" pitchFamily="49" charset="-122"/>
              <a:ea typeface="黑体" pitchFamily="49" charset="-122"/>
              <a:cs typeface="Arial Unicode MS" pitchFamily="34" charset="-122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endParaRPr lang="fr-FR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69315" y="350838"/>
            <a:ext cx="7540625" cy="1143000"/>
          </a:xfrm>
        </p:spPr>
        <p:txBody>
          <a:bodyPr/>
          <a:lstStyle/>
          <a:p>
            <a:r>
              <a:rPr lang="zh-CN" altLang="en-US" dirty="0"/>
              <a:t>自动化测试实践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69314" y="1440520"/>
            <a:ext cx="7540625" cy="3953283"/>
          </a:xfrm>
        </p:spPr>
        <p:txBody>
          <a:bodyPr/>
          <a:lstStyle/>
          <a:p>
            <a:r>
              <a:rPr lang="zh-CN" altLang="en-US" sz="2400" dirty="0">
                <a:solidFill>
                  <a:schemeClr val="accent1"/>
                </a:solidFill>
              </a:rPr>
              <a:t>形式</a:t>
            </a:r>
            <a:endParaRPr lang="en-US" altLang="zh-CN" sz="2400" dirty="0">
              <a:solidFill>
                <a:schemeClr val="accent1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zh-CN" altLang="en-US" sz="2400" dirty="0"/>
              <a:t>实验报告文档（为避免显示混乱，统一转换为 </a:t>
            </a:r>
            <a:r>
              <a:rPr lang="en-US" altLang="zh-CN" sz="2400" dirty="0"/>
              <a:t>.pdf</a:t>
            </a:r>
            <a:r>
              <a:rPr lang="zh-CN" altLang="en-US" sz="2400" dirty="0"/>
              <a:t> 格式）</a:t>
            </a:r>
            <a:endParaRPr lang="en-US" altLang="zh-CN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zh-CN" altLang="en-US" sz="2400" dirty="0"/>
              <a:t>命名为 </a:t>
            </a:r>
            <a:r>
              <a:rPr lang="en-US" altLang="zh-CN" sz="2400" dirty="0"/>
              <a:t>[EXP01]_</a:t>
            </a:r>
            <a:r>
              <a:rPr lang="zh-CN" altLang="en-US" sz="2400" dirty="0"/>
              <a:t>学号</a:t>
            </a:r>
            <a:r>
              <a:rPr lang="en-US" altLang="zh-CN" sz="2400" dirty="0"/>
              <a:t>_</a:t>
            </a:r>
            <a:r>
              <a:rPr lang="zh-CN" altLang="en-US" sz="2400" dirty="0"/>
              <a:t>姓名</a:t>
            </a:r>
            <a:r>
              <a:rPr lang="en-US" altLang="zh-CN" sz="2400" dirty="0"/>
              <a:t>.</a:t>
            </a:r>
            <a:r>
              <a:rPr lang="zh-CN" altLang="en-US" sz="2400" dirty="0"/>
              <a:t>格式 ，例如 </a:t>
            </a:r>
            <a:r>
              <a:rPr lang="en-US" altLang="zh-CN" sz="2400" dirty="0"/>
              <a:t>[EXP01]_2012345678_</a:t>
            </a:r>
            <a:r>
              <a:rPr lang="zh-CN" altLang="en-US" sz="2400" dirty="0"/>
              <a:t>喜羊羊</a:t>
            </a:r>
            <a:r>
              <a:rPr lang="en-US" altLang="zh-CN" sz="2400" dirty="0"/>
              <a:t>.pdf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zh-CN" altLang="en-US" sz="2400" dirty="0"/>
              <a:t>将作业以邮件附件的形式发送至助教（姚梦园）邮箱 </a:t>
            </a:r>
            <a:r>
              <a:rPr lang="en-US" altLang="zh-CN" sz="2400" dirty="0"/>
              <a:t>2025282110223@whu.edu.cn</a:t>
            </a:r>
            <a:r>
              <a:rPr lang="zh-CN" altLang="en-US" sz="2400" dirty="0"/>
              <a:t> </a:t>
            </a:r>
            <a:endParaRPr lang="en-US" altLang="zh-CN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zh-CN" altLang="en-US" sz="2400" dirty="0"/>
              <a:t>截止时间 </a:t>
            </a:r>
            <a:r>
              <a:rPr lang="en-US" altLang="zh-CN" sz="2400" dirty="0"/>
              <a:t>5</a:t>
            </a:r>
            <a:r>
              <a:rPr lang="zh-CN" altLang="en-US" sz="2400" dirty="0"/>
              <a:t> 月 </a:t>
            </a:r>
            <a:r>
              <a:rPr lang="en-US" altLang="zh-CN" sz="2400" dirty="0"/>
              <a:t>15</a:t>
            </a:r>
            <a:r>
              <a:rPr lang="zh-CN" altLang="en-US" sz="2400" dirty="0"/>
              <a:t> 日（星期五）</a:t>
            </a:r>
            <a:r>
              <a:rPr lang="en-US" altLang="zh-CN" sz="2400" dirty="0"/>
              <a:t>23:59</a:t>
            </a:r>
            <a:r>
              <a:rPr lang="zh-CN" altLang="en-US" sz="2400" dirty="0"/>
              <a:t>！</a:t>
            </a:r>
            <a:endParaRPr lang="en-US" altLang="zh-CN" sz="240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fr-FR"/>
              <a:t>  </a:t>
            </a:r>
            <a:fld id="{E2F07B82-4858-4E29-890E-CAF1CE3CC11A}" type="slidenum">
              <a:rPr lang="fr-FR" smtClean="0"/>
              <a:pPr/>
              <a:t>2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51363677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524ECB-4D53-AAE9-70A8-10FFBE8B4C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657EE05-1BAE-D281-33A6-DE6BAA430F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9315" y="350838"/>
            <a:ext cx="7540625" cy="1143000"/>
          </a:xfrm>
        </p:spPr>
        <p:txBody>
          <a:bodyPr/>
          <a:lstStyle/>
          <a:p>
            <a:r>
              <a:rPr lang="zh-CN" altLang="en-US" dirty="0"/>
              <a:t>自动化测试实践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640E1F0-E959-92CB-66E0-B2E985ABB16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69314" y="1440520"/>
            <a:ext cx="7540625" cy="3953283"/>
          </a:xfrm>
        </p:spPr>
        <p:txBody>
          <a:bodyPr/>
          <a:lstStyle/>
          <a:p>
            <a:pPr algn="just"/>
            <a:r>
              <a:rPr lang="zh-CN" altLang="en-US" sz="2400" dirty="0">
                <a:solidFill>
                  <a:schemeClr val="accent1"/>
                </a:solidFill>
              </a:rPr>
              <a:t>实验描述</a:t>
            </a:r>
            <a:endParaRPr lang="en-US" altLang="zh-CN" sz="2400" dirty="0">
              <a:solidFill>
                <a:schemeClr val="accent1"/>
              </a:solidFill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zh-CN" altLang="en-US" sz="2400" dirty="0"/>
              <a:t>设计测试用例配合 </a:t>
            </a:r>
            <a:r>
              <a:rPr lang="en-US" altLang="zh-CN" sz="2400" dirty="0"/>
              <a:t>gtest</a:t>
            </a:r>
            <a:r>
              <a:rPr lang="zh-CN" altLang="en-US" sz="2400" dirty="0"/>
              <a:t> 测试，并使用 </a:t>
            </a:r>
            <a:r>
              <a:rPr lang="en-US" altLang="zh-CN" sz="2400" dirty="0"/>
              <a:t>Clang</a:t>
            </a:r>
            <a:r>
              <a:rPr lang="zh-CN" altLang="en-US" sz="2400" dirty="0"/>
              <a:t> 的覆盖率分析模块分析著名 </a:t>
            </a:r>
            <a:r>
              <a:rPr lang="en-US" altLang="zh-CN" sz="2400" dirty="0">
                <a:solidFill>
                  <a:srgbClr val="C00000"/>
                </a:solidFill>
              </a:rPr>
              <a:t>C</a:t>
            </a:r>
            <a:r>
              <a:rPr lang="zh-CN" altLang="en-US" sz="2400" dirty="0">
                <a:solidFill>
                  <a:srgbClr val="C00000"/>
                </a:solidFill>
              </a:rPr>
              <a:t> 语言</a:t>
            </a:r>
            <a:r>
              <a:rPr lang="zh-CN" altLang="en-US" sz="2400" dirty="0"/>
              <a:t>开源程序</a:t>
            </a:r>
            <a:r>
              <a:rPr lang="en-US" altLang="zh-CN" sz="2400" dirty="0"/>
              <a:t> cJSON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altLang="zh-CN" sz="2400" dirty="0"/>
              <a:t>cJSON</a:t>
            </a:r>
            <a:r>
              <a:rPr lang="zh-CN" altLang="en-US" sz="2400" dirty="0"/>
              <a:t> 介绍</a:t>
            </a:r>
            <a:endParaRPr lang="en-US" altLang="zh-CN" sz="2400" dirty="0"/>
          </a:p>
          <a:p>
            <a:pPr marL="563563" lvl="1" indent="-342900" algn="just">
              <a:buFont typeface="Wingdings" pitchFamily="2" charset="2"/>
              <a:buChar char="Ø"/>
            </a:pPr>
            <a:r>
              <a:rPr lang="en-US" altLang="zh-CN" sz="2200" dirty="0"/>
              <a:t>CJSON</a:t>
            </a:r>
            <a:r>
              <a:rPr lang="zh-CN" altLang="en-US" sz="2200" dirty="0"/>
              <a:t> 库是一个轻量级的 </a:t>
            </a:r>
            <a:r>
              <a:rPr lang="en-US" altLang="zh-CN" sz="2200" dirty="0"/>
              <a:t>C</a:t>
            </a:r>
            <a:r>
              <a:rPr lang="zh-CN" altLang="en-US" sz="2200" dirty="0"/>
              <a:t> 语言 </a:t>
            </a:r>
            <a:r>
              <a:rPr lang="en-US" altLang="zh-CN" sz="2200" dirty="0">
                <a:solidFill>
                  <a:srgbClr val="C00000"/>
                </a:solidFill>
              </a:rPr>
              <a:t>JSON</a:t>
            </a:r>
            <a:r>
              <a:rPr lang="zh-CN" altLang="en-US" sz="2200" dirty="0">
                <a:solidFill>
                  <a:srgbClr val="C00000"/>
                </a:solidFill>
              </a:rPr>
              <a:t> 解析库</a:t>
            </a:r>
            <a:r>
              <a:rPr lang="zh-CN" altLang="en-US" sz="2200" dirty="0"/>
              <a:t>，它提供了简单易用的 </a:t>
            </a:r>
            <a:r>
              <a:rPr lang="en-US" altLang="zh-CN" sz="2200" dirty="0"/>
              <a:t>API</a:t>
            </a:r>
            <a:r>
              <a:rPr lang="zh-CN" altLang="en-US" sz="2200" dirty="0"/>
              <a:t> 来处理 </a:t>
            </a:r>
            <a:r>
              <a:rPr lang="en-US" altLang="zh-CN" sz="2200" dirty="0"/>
              <a:t>JSON</a:t>
            </a:r>
            <a:r>
              <a:rPr lang="zh-CN" altLang="en-US" sz="2200" dirty="0"/>
              <a:t> 数据，广泛应用于嵌入式系统、移动设备及 </a:t>
            </a:r>
            <a:r>
              <a:rPr lang="en-US" altLang="zh-CN" sz="2200" dirty="0"/>
              <a:t>Web</a:t>
            </a:r>
            <a:r>
              <a:rPr lang="zh-CN" altLang="en-US" sz="2200" dirty="0"/>
              <a:t> 后端服务中。其设计目标是高效、稳定、占用资源少，因此它</a:t>
            </a:r>
            <a:r>
              <a:rPr lang="zh-CN" altLang="en-US" sz="2200" dirty="0">
                <a:solidFill>
                  <a:srgbClr val="C00000"/>
                </a:solidFill>
              </a:rPr>
              <a:t>不依赖于外部库</a:t>
            </a:r>
            <a:r>
              <a:rPr lang="zh-CN" altLang="en-US" sz="2200" dirty="0"/>
              <a:t>，拥有独立的内存管理。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en-US" altLang="zh-CN" sz="2400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CD9C8711-AEBD-612C-3D1A-918B760CD8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fr-FR"/>
              <a:t>  </a:t>
            </a:r>
            <a:fld id="{E2F07B82-4858-4E29-890E-CAF1CE3CC11A}" type="slidenum">
              <a:rPr lang="fr-FR" smtClean="0"/>
              <a:pPr/>
              <a:t>3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17168995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929520-E562-7E46-24AF-D640CEDD2C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F2184A5-AD5D-ED32-0E92-882A8C7BEE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9315" y="350838"/>
            <a:ext cx="7540625" cy="1143000"/>
          </a:xfrm>
        </p:spPr>
        <p:txBody>
          <a:bodyPr/>
          <a:lstStyle/>
          <a:p>
            <a:r>
              <a:rPr lang="zh-CN" altLang="en-US" dirty="0"/>
              <a:t>自动化测试实践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E9B394DB-C79D-A34F-7400-43DDF4AFD8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fr-FR"/>
              <a:t>  </a:t>
            </a:r>
            <a:fld id="{E2F07B82-4858-4E29-890E-CAF1CE3CC11A}" type="slidenum">
              <a:rPr lang="fr-FR" smtClean="0"/>
              <a:pPr/>
              <a:t>4</a:t>
            </a:fld>
            <a:endParaRPr lang="fr-FR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3E8CBE7C-C454-D956-AFFF-4D24D7840AC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4060" y="1428888"/>
            <a:ext cx="7772400" cy="4457424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45142000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25FD05-1C0B-8839-055F-90FA6D0800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0861784-BE0A-13DE-F640-D37F1FB038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9315" y="350838"/>
            <a:ext cx="7540625" cy="1143000"/>
          </a:xfrm>
        </p:spPr>
        <p:txBody>
          <a:bodyPr/>
          <a:lstStyle/>
          <a:p>
            <a:r>
              <a:rPr lang="zh-CN" altLang="en-US" dirty="0"/>
              <a:t>自动化测试实践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A58100A-2F8F-04FA-1B84-D804BF05C3A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69314" y="1440521"/>
            <a:ext cx="7540625" cy="4274480"/>
          </a:xfrm>
        </p:spPr>
        <p:txBody>
          <a:bodyPr/>
          <a:lstStyle/>
          <a:p>
            <a:pPr algn="just"/>
            <a:r>
              <a:rPr lang="zh-CN" altLang="en-US" sz="2400" dirty="0">
                <a:solidFill>
                  <a:schemeClr val="accent1"/>
                </a:solidFill>
              </a:rPr>
              <a:t>评分标准</a:t>
            </a:r>
            <a:endParaRPr lang="en-US" altLang="zh-CN" sz="2400" dirty="0">
              <a:solidFill>
                <a:schemeClr val="accent1"/>
              </a:solidFill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zh-CN" altLang="en-US" sz="2400" dirty="0"/>
              <a:t>所有成绩之和</a:t>
            </a:r>
            <a:r>
              <a:rPr lang="zh-CN" altLang="en-US" sz="2400" dirty="0">
                <a:solidFill>
                  <a:srgbClr val="C00000"/>
                </a:solidFill>
              </a:rPr>
              <a:t>最高得分 </a:t>
            </a:r>
            <a:r>
              <a:rPr lang="en-US" altLang="zh-CN" sz="2400" dirty="0">
                <a:solidFill>
                  <a:srgbClr val="C00000"/>
                </a:solidFill>
              </a:rPr>
              <a:t>100</a:t>
            </a:r>
            <a:r>
              <a:rPr lang="zh-CN" altLang="en-US" sz="2400" dirty="0">
                <a:solidFill>
                  <a:srgbClr val="C00000"/>
                </a:solidFill>
              </a:rPr>
              <a:t> 分</a:t>
            </a:r>
            <a:r>
              <a:rPr lang="zh-CN" altLang="en-US" sz="2400" dirty="0"/>
              <a:t>，不溢出。</a:t>
            </a:r>
            <a:endParaRPr lang="en-US" altLang="zh-CN" sz="2400" dirty="0"/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zh-CN" altLang="en-US" sz="2400" b="1" dirty="0"/>
              <a:t>实验结果（</a:t>
            </a:r>
            <a:r>
              <a:rPr lang="en-US" altLang="zh-CN" sz="2400" b="1" dirty="0"/>
              <a:t>80</a:t>
            </a:r>
            <a:r>
              <a:rPr lang="zh-CN" altLang="en-US" sz="2400" b="1" dirty="0"/>
              <a:t> 分）</a:t>
            </a:r>
            <a:r>
              <a:rPr lang="zh-CN" altLang="en-US" sz="2400" dirty="0"/>
              <a:t>：函数覆盖率 </a:t>
            </a:r>
            <a:r>
              <a:rPr lang="en-US" altLang="zh-CN" sz="2400" dirty="0"/>
              <a:t>100%</a:t>
            </a:r>
            <a:r>
              <a:rPr lang="zh-CN" altLang="en-US" sz="2400" dirty="0"/>
              <a:t>，行覆盖率</a:t>
            </a:r>
            <a:r>
              <a:rPr lang="en-US" altLang="zh-CN" sz="2400" dirty="0"/>
              <a:t>/</a:t>
            </a:r>
            <a:r>
              <a:rPr lang="zh-CN" altLang="en-US" sz="2400" dirty="0"/>
              <a:t>分支覆盖率 </a:t>
            </a:r>
            <a:r>
              <a:rPr lang="en-US" altLang="zh-CN" sz="2400" dirty="0"/>
              <a:t>90%</a:t>
            </a:r>
            <a:r>
              <a:rPr lang="zh-CN" altLang="en-US" sz="2400" dirty="0"/>
              <a:t> 以上，</a:t>
            </a:r>
            <a:r>
              <a:rPr lang="en-US" altLang="zh-CN" sz="2400" dirty="0"/>
              <a:t>MC/DC</a:t>
            </a:r>
            <a:r>
              <a:rPr lang="zh-CN" altLang="en-US" sz="2400" dirty="0"/>
              <a:t> 覆盖率 </a:t>
            </a:r>
            <a:r>
              <a:rPr lang="en-US" altLang="zh-CN" sz="2400" dirty="0"/>
              <a:t>60%</a:t>
            </a:r>
            <a:r>
              <a:rPr lang="zh-CN" altLang="en-US" sz="2400" dirty="0"/>
              <a:t> 以上，得</a:t>
            </a:r>
            <a:r>
              <a:rPr lang="en-US" altLang="zh-CN" sz="2400" dirty="0"/>
              <a:t> 80 </a:t>
            </a:r>
            <a:r>
              <a:rPr lang="zh-CN" altLang="en-US" sz="2400" dirty="0"/>
              <a:t>分；行覆盖率或者分支覆盖率有一项 </a:t>
            </a:r>
            <a:r>
              <a:rPr lang="en-US" altLang="zh-CN" sz="2400" dirty="0"/>
              <a:t>50%</a:t>
            </a:r>
            <a:r>
              <a:rPr lang="zh-CN" altLang="en-US" sz="2400" dirty="0"/>
              <a:t> 以下，</a:t>
            </a:r>
            <a:r>
              <a:rPr lang="en-US" altLang="zh-CN" sz="2400" dirty="0"/>
              <a:t>MC/DC</a:t>
            </a:r>
            <a:r>
              <a:rPr lang="zh-CN" altLang="en-US" sz="2400" dirty="0"/>
              <a:t> 覆盖率 </a:t>
            </a:r>
            <a:r>
              <a:rPr lang="en-US" altLang="zh-CN" sz="2400" dirty="0"/>
              <a:t>40%</a:t>
            </a:r>
            <a:r>
              <a:rPr lang="zh-CN" altLang="en-US" sz="2400" dirty="0"/>
              <a:t> 以下，将被判为 </a:t>
            </a:r>
            <a:r>
              <a:rPr lang="en-US" altLang="zh-CN" sz="2400" dirty="0"/>
              <a:t>0</a:t>
            </a:r>
            <a:r>
              <a:rPr lang="zh-CN" altLang="en-US" sz="2400" dirty="0"/>
              <a:t> 分；按照比例给分。</a:t>
            </a:r>
            <a:r>
              <a:rPr lang="zh-CN" altLang="en-US" sz="2400" dirty="0">
                <a:solidFill>
                  <a:srgbClr val="C00000"/>
                </a:solidFill>
              </a:rPr>
              <a:t>如果确实不能达到，可在报告中说明原因</a:t>
            </a:r>
            <a:r>
              <a:rPr lang="zh-CN" altLang="en-US" sz="2400" dirty="0"/>
              <a:t>，酌情给分。</a:t>
            </a:r>
            <a:endParaRPr lang="en-US" altLang="zh-CN" sz="2400" dirty="0"/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zh-CN" altLang="en-US" sz="2400" b="1" dirty="0"/>
              <a:t>实验报告（</a:t>
            </a:r>
            <a:r>
              <a:rPr lang="en-US" altLang="zh-CN" sz="2400" b="1" dirty="0"/>
              <a:t>20</a:t>
            </a:r>
            <a:r>
              <a:rPr lang="zh-CN" altLang="en-US" sz="2400" b="1" dirty="0"/>
              <a:t> 分）</a:t>
            </a:r>
            <a:r>
              <a:rPr lang="zh-CN" altLang="en-US" sz="2400" dirty="0"/>
              <a:t>：根据报告质量进行评分。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zh-CN" altLang="en-US" sz="2400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6008A65F-E748-CDBC-D1F6-F945571FC3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fr-FR"/>
              <a:t>  </a:t>
            </a:r>
            <a:fld id="{E2F07B82-4858-4E29-890E-CAF1CE3CC11A}" type="slidenum">
              <a:rPr lang="fr-FR" smtClean="0"/>
              <a:pPr/>
              <a:t>5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92958322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F3CFD3-9709-E352-E6B5-266FE1EC41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5CB4BD2-030A-2FDF-83D8-4DB574D51C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9315" y="350838"/>
            <a:ext cx="7540625" cy="1143000"/>
          </a:xfrm>
        </p:spPr>
        <p:txBody>
          <a:bodyPr/>
          <a:lstStyle/>
          <a:p>
            <a:r>
              <a:rPr lang="zh-CN" altLang="en-US" dirty="0"/>
              <a:t>自动化测试实践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887CFDA-D4D5-995C-822C-324A22FBBA4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69314" y="1440521"/>
            <a:ext cx="7540625" cy="4274480"/>
          </a:xfrm>
        </p:spPr>
        <p:txBody>
          <a:bodyPr/>
          <a:lstStyle/>
          <a:p>
            <a:pPr algn="just"/>
            <a:r>
              <a:rPr lang="zh-CN" altLang="en-CN" sz="2400" dirty="0">
                <a:solidFill>
                  <a:schemeClr val="accent1"/>
                </a:solidFill>
              </a:rPr>
              <a:t>加分</a:t>
            </a:r>
            <a:r>
              <a:rPr lang="zh-CN" altLang="en-US" sz="2400" dirty="0">
                <a:solidFill>
                  <a:schemeClr val="accent1"/>
                </a:solidFill>
              </a:rPr>
              <a:t>项</a:t>
            </a:r>
            <a:endParaRPr lang="en-US" altLang="zh-CN" sz="2400" dirty="0">
              <a:solidFill>
                <a:schemeClr val="accent1"/>
              </a:solidFill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zh-CN" altLang="en-US" sz="2400" dirty="0">
                <a:latin typeface="Arial" panose="020B0604020202020204" pitchFamily="34" charset="0"/>
                <a:ea typeface="SimHei" panose="02010609060101010101" pitchFamily="49" charset="-122"/>
              </a:rPr>
              <a:t>加分项最高 </a:t>
            </a:r>
            <a:r>
              <a:rPr lang="en-US" altLang="zh-CN" sz="2400" dirty="0">
                <a:solidFill>
                  <a:srgbClr val="C00000"/>
                </a:solidFill>
                <a:latin typeface="Arial" panose="020B0604020202020204" pitchFamily="34" charset="0"/>
                <a:ea typeface="SimHei" panose="02010609060101010101" pitchFamily="49" charset="-122"/>
              </a:rPr>
              <a:t>10</a:t>
            </a:r>
            <a:r>
              <a:rPr lang="zh-CN" altLang="en-US" sz="2400" dirty="0">
                <a:solidFill>
                  <a:srgbClr val="C00000"/>
                </a:solidFill>
                <a:latin typeface="Arial" panose="020B0604020202020204" pitchFamily="34" charset="0"/>
                <a:ea typeface="SimHei" panose="02010609060101010101" pitchFamily="49" charset="-122"/>
              </a:rPr>
              <a:t> 分</a:t>
            </a:r>
            <a:endParaRPr lang="en-CN" sz="2400" dirty="0">
              <a:latin typeface="Arial" panose="020B0604020202020204" pitchFamily="34" charset="0"/>
              <a:ea typeface="SimHei" panose="02010609060101010101" pitchFamily="49" charset="-122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CN" sz="2400" dirty="0">
                <a:latin typeface="Arial" panose="020B0604020202020204" pitchFamily="34" charset="0"/>
                <a:ea typeface="SimHei" panose="02010609060101010101" pitchFamily="49" charset="-122"/>
              </a:rPr>
              <a:t>鼓励</a:t>
            </a:r>
            <a:r>
              <a:rPr lang="en-CN" sz="2400" dirty="0">
                <a:solidFill>
                  <a:srgbClr val="C00000"/>
                </a:solidFill>
                <a:latin typeface="Arial" panose="020B0604020202020204" pitchFamily="34" charset="0"/>
                <a:ea typeface="SimHei" panose="02010609060101010101" pitchFamily="49" charset="-122"/>
              </a:rPr>
              <a:t>结合</a:t>
            </a:r>
            <a:r>
              <a:rPr lang="zh-CN" altLang="en-US" sz="2400" dirty="0">
                <a:solidFill>
                  <a:srgbClr val="C00000"/>
                </a:solidFill>
                <a:latin typeface="Arial" panose="020B0604020202020204" pitchFamily="34" charset="0"/>
                <a:ea typeface="SimHei" panose="02010609060101010101" pitchFamily="49" charset="-122"/>
              </a:rPr>
              <a:t> </a:t>
            </a:r>
            <a:r>
              <a:rPr lang="en-US" altLang="zh-CN" sz="2400" dirty="0">
                <a:solidFill>
                  <a:srgbClr val="C00000"/>
                </a:solidFill>
                <a:latin typeface="Arial" panose="020B0604020202020204" pitchFamily="34" charset="0"/>
                <a:ea typeface="SimHei" panose="02010609060101010101" pitchFamily="49" charset="-122"/>
              </a:rPr>
              <a:t>LLM</a:t>
            </a:r>
            <a:r>
              <a:rPr lang="zh-CN" altLang="en-US" sz="2400" dirty="0">
                <a:solidFill>
                  <a:srgbClr val="C00000"/>
                </a:solidFill>
                <a:latin typeface="Arial" panose="020B0604020202020204" pitchFamily="34" charset="0"/>
                <a:ea typeface="SimHei" panose="02010609060101010101" pitchFamily="49" charset="-122"/>
              </a:rPr>
              <a:t> 自动生成单元测试用例</a:t>
            </a:r>
            <a:r>
              <a:rPr lang="zh-CN" altLang="en-US" sz="2400" dirty="0">
                <a:latin typeface="Arial" panose="020B0604020202020204" pitchFamily="34" charset="0"/>
                <a:ea typeface="SimHei" panose="02010609060101010101" pitchFamily="49" charset="-122"/>
              </a:rPr>
              <a:t>，需结合实际测试体验撰写测试体会，包括但不限于：</a:t>
            </a:r>
            <a:endParaRPr lang="en-US" altLang="zh-CN" sz="2400" dirty="0">
              <a:latin typeface="Arial" panose="020B0604020202020204" pitchFamily="34" charset="0"/>
              <a:ea typeface="SimHei" panose="02010609060101010101" pitchFamily="49" charset="-122"/>
            </a:endParaRPr>
          </a:p>
          <a:p>
            <a:pPr marL="563563" lvl="1" indent="-342900" algn="just">
              <a:buFont typeface="Wingdings" pitchFamily="2" charset="2"/>
              <a:buChar char="Ø"/>
            </a:pPr>
            <a:r>
              <a:rPr lang="en-CN" sz="2400" dirty="0">
                <a:latin typeface="Arial" panose="020B0604020202020204" pitchFamily="34" charset="0"/>
                <a:ea typeface="SimHei" panose="02010609060101010101" pitchFamily="49" charset="-122"/>
              </a:rPr>
              <a:t>LLM</a:t>
            </a:r>
            <a:r>
              <a:rPr lang="zh-CN" altLang="en-US" sz="2400" dirty="0">
                <a:latin typeface="Arial" panose="020B0604020202020204" pitchFamily="34" charset="0"/>
                <a:ea typeface="SimHei" panose="02010609060101010101" pitchFamily="49" charset="-122"/>
              </a:rPr>
              <a:t> </a:t>
            </a:r>
            <a:r>
              <a:rPr lang="en-CN" sz="2400" dirty="0">
                <a:latin typeface="Arial" panose="020B0604020202020204" pitchFamily="34" charset="0"/>
                <a:ea typeface="SimHei" panose="02010609060101010101" pitchFamily="49" charset="-122"/>
              </a:rPr>
              <a:t>生成测试正确率如何</a:t>
            </a:r>
            <a:r>
              <a:rPr lang="zh-CN" altLang="en-US" sz="2400" dirty="0">
                <a:latin typeface="Arial" panose="020B0604020202020204" pitchFamily="34" charset="0"/>
                <a:ea typeface="SimHei" panose="02010609060101010101" pitchFamily="49" charset="-122"/>
              </a:rPr>
              <a:t>？</a:t>
            </a:r>
            <a:endParaRPr lang="en-CN" sz="2400" dirty="0">
              <a:latin typeface="Arial" panose="020B0604020202020204" pitchFamily="34" charset="0"/>
              <a:ea typeface="SimHei" panose="02010609060101010101" pitchFamily="49" charset="-122"/>
            </a:endParaRPr>
          </a:p>
          <a:p>
            <a:pPr marL="563563" lvl="1" indent="-342900" algn="just">
              <a:buFont typeface="Wingdings" pitchFamily="2" charset="2"/>
              <a:buChar char="Ø"/>
            </a:pPr>
            <a:r>
              <a:rPr lang="en-CN" sz="2400" dirty="0">
                <a:latin typeface="Arial" panose="020B0604020202020204" pitchFamily="34" charset="0"/>
                <a:ea typeface="SimHei" panose="02010609060101010101" pitchFamily="49" charset="-122"/>
              </a:rPr>
              <a:t>LLM</a:t>
            </a:r>
            <a:r>
              <a:rPr lang="zh-CN" altLang="en-US" sz="2400" dirty="0">
                <a:latin typeface="Arial" panose="020B0604020202020204" pitchFamily="34" charset="0"/>
                <a:ea typeface="SimHei" panose="02010609060101010101" pitchFamily="49" charset="-122"/>
              </a:rPr>
              <a:t> 生成的测试有什么特点？</a:t>
            </a:r>
            <a:endParaRPr lang="en-US" altLang="zh-CN" sz="2400" dirty="0">
              <a:latin typeface="Arial" panose="020B0604020202020204" pitchFamily="34" charset="0"/>
              <a:ea typeface="SimHei" panose="02010609060101010101" pitchFamily="49" charset="-122"/>
            </a:endParaRPr>
          </a:p>
          <a:p>
            <a:pPr marL="563563" lvl="1" indent="-342900" algn="just">
              <a:buFont typeface="Wingdings" pitchFamily="2" charset="2"/>
              <a:buChar char="Ø"/>
            </a:pPr>
            <a:r>
              <a:rPr lang="en-CN" sz="2400" dirty="0">
                <a:latin typeface="Arial" panose="020B0604020202020204" pitchFamily="34" charset="0"/>
                <a:ea typeface="SimHei" panose="02010609060101010101" pitchFamily="49" charset="-122"/>
              </a:rPr>
              <a:t>如何构造提示词</a:t>
            </a:r>
            <a:r>
              <a:rPr lang="zh-CN" altLang="en-US" sz="2400" dirty="0">
                <a:latin typeface="Arial" panose="020B0604020202020204" pitchFamily="34" charset="0"/>
                <a:ea typeface="SimHei" panose="02010609060101010101" pitchFamily="49" charset="-122"/>
              </a:rPr>
              <a:t>，以优化</a:t>
            </a:r>
            <a:r>
              <a:rPr lang="en-CN" sz="2400" dirty="0">
                <a:latin typeface="Arial" panose="020B0604020202020204" pitchFamily="34" charset="0"/>
                <a:ea typeface="SimHei" panose="02010609060101010101" pitchFamily="49" charset="-122"/>
              </a:rPr>
              <a:t>测试用例质量</a:t>
            </a:r>
            <a:r>
              <a:rPr lang="zh-CN" altLang="en-US" sz="2400" dirty="0">
                <a:latin typeface="Arial" panose="020B0604020202020204" pitchFamily="34" charset="0"/>
                <a:ea typeface="SimHei" panose="02010609060101010101" pitchFamily="49" charset="-122"/>
              </a:rPr>
              <a:t>？</a:t>
            </a:r>
            <a:endParaRPr lang="en-CN" sz="2400" dirty="0">
              <a:latin typeface="Arial" panose="020B0604020202020204" pitchFamily="34" charset="0"/>
              <a:ea typeface="SimHei" panose="02010609060101010101" pitchFamily="49" charset="-122"/>
            </a:endParaRPr>
          </a:p>
          <a:p>
            <a:pPr marL="563563" lvl="1" indent="-342900" algn="just">
              <a:buFont typeface="Wingdings" pitchFamily="2" charset="2"/>
              <a:buChar char="Ø"/>
            </a:pPr>
            <a:r>
              <a:rPr lang="zh-CN" altLang="en-CN" sz="2400" dirty="0">
                <a:latin typeface="Arial" panose="020B0604020202020204" pitchFamily="34" charset="0"/>
                <a:ea typeface="SimHei" panose="02010609060101010101" pitchFamily="49" charset="-122"/>
              </a:rPr>
              <a:t>是否有</a:t>
            </a:r>
            <a:r>
              <a:rPr lang="zh-CN" altLang="en-US" sz="2400" dirty="0">
                <a:latin typeface="Arial" panose="020B0604020202020204" pitchFamily="34" charset="0"/>
                <a:ea typeface="SimHei" panose="02010609060101010101" pitchFamily="49" charset="-122"/>
              </a:rPr>
              <a:t>某些代码行难以被 </a:t>
            </a:r>
            <a:r>
              <a:rPr lang="en-US" altLang="zh-CN" sz="2400" dirty="0">
                <a:latin typeface="Arial" panose="020B0604020202020204" pitchFamily="34" charset="0"/>
                <a:ea typeface="SimHei" panose="02010609060101010101" pitchFamily="49" charset="-122"/>
              </a:rPr>
              <a:t>LLM</a:t>
            </a:r>
            <a:r>
              <a:rPr lang="zh-CN" altLang="en-US" sz="2400" dirty="0">
                <a:latin typeface="Arial" panose="020B0604020202020204" pitchFamily="34" charset="0"/>
                <a:ea typeface="SimHei" panose="02010609060101010101" pitchFamily="49" charset="-122"/>
              </a:rPr>
              <a:t> 测试覆盖？原因？</a:t>
            </a:r>
            <a:endParaRPr lang="en-US" altLang="zh-CN" sz="2400" dirty="0">
              <a:latin typeface="Arial" panose="020B0604020202020204" pitchFamily="34" charset="0"/>
              <a:ea typeface="SimHei" panose="02010609060101010101" pitchFamily="49" charset="-122"/>
            </a:endParaRPr>
          </a:p>
          <a:p>
            <a:pPr marL="563563" lvl="1" indent="-342900" algn="just">
              <a:buFont typeface="Wingdings" pitchFamily="2" charset="2"/>
              <a:buChar char="Ø"/>
            </a:pPr>
            <a:r>
              <a:rPr lang="en-US" sz="2400" dirty="0">
                <a:latin typeface="Arial" panose="020B0604020202020204" pitchFamily="34" charset="0"/>
                <a:ea typeface="SimHei" panose="02010609060101010101" pitchFamily="49" charset="-122"/>
              </a:rPr>
              <a:t>...</a:t>
            </a:r>
            <a:r>
              <a:rPr lang="zh-CN" altLang="en-US" sz="2400" dirty="0">
                <a:latin typeface="Arial" panose="020B0604020202020204" pitchFamily="34" charset="0"/>
                <a:ea typeface="SimHei" panose="02010609060101010101" pitchFamily="49" charset="-122"/>
              </a:rPr>
              <a:t> </a:t>
            </a:r>
            <a:r>
              <a:rPr lang="en-US" altLang="zh-CN" sz="2400" dirty="0">
                <a:latin typeface="Arial" panose="020B0604020202020204" pitchFamily="34" charset="0"/>
                <a:ea typeface="SimHei" panose="02010609060101010101" pitchFamily="49" charset="-122"/>
              </a:rPr>
              <a:t>...</a:t>
            </a:r>
            <a:endParaRPr lang="en-CN" sz="2400" dirty="0">
              <a:latin typeface="Arial" panose="020B0604020202020204" pitchFamily="34" charset="0"/>
              <a:ea typeface="SimHei" panose="02010609060101010101" pitchFamily="49" charset="-122"/>
            </a:endParaRP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E3CDC6EC-934E-C03F-38D2-8CB1B119F2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fr-FR"/>
              <a:t>  </a:t>
            </a:r>
            <a:fld id="{E2F07B82-4858-4E29-890E-CAF1CE3CC11A}" type="slidenum">
              <a:rPr lang="fr-FR" smtClean="0"/>
              <a:pPr/>
              <a:t>6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74890899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E84D70-0DAA-1499-722D-D83A8C26E6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EAFE053-5530-8322-E18B-9B6804CD76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9315" y="350838"/>
            <a:ext cx="7540625" cy="1143000"/>
          </a:xfrm>
        </p:spPr>
        <p:txBody>
          <a:bodyPr/>
          <a:lstStyle/>
          <a:p>
            <a:r>
              <a:rPr lang="zh-CN" altLang="en-US" dirty="0"/>
              <a:t>自动化测试实践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5D5BD3B-E346-4CC6-272C-3B3D849F93C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69314" y="1440521"/>
            <a:ext cx="7540625" cy="4274480"/>
          </a:xfrm>
        </p:spPr>
        <p:txBody>
          <a:bodyPr/>
          <a:lstStyle/>
          <a:p>
            <a:pPr algn="just"/>
            <a:r>
              <a:rPr lang="zh-CN" altLang="en-US" sz="2400" dirty="0">
                <a:solidFill>
                  <a:schemeClr val="accent1"/>
                </a:solidFill>
              </a:rPr>
              <a:t>实验步骤</a:t>
            </a:r>
            <a:endParaRPr lang="en-US" altLang="zh-CN" sz="2400" dirty="0">
              <a:solidFill>
                <a:schemeClr val="accent1"/>
              </a:solidFill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zh-CN" altLang="en-US" sz="2400" dirty="0">
                <a:latin typeface="Arial" panose="020B0604020202020204" pitchFamily="34" charset="0"/>
                <a:ea typeface="SimHei" panose="02010609060101010101" pitchFamily="49" charset="-122"/>
              </a:rPr>
              <a:t>使用 </a:t>
            </a:r>
            <a:r>
              <a:rPr lang="en-US" altLang="zh-CN" sz="2400" dirty="0">
                <a:latin typeface="Arial" panose="020B0604020202020204" pitchFamily="34" charset="0"/>
                <a:ea typeface="SimHei" panose="02010609060101010101" pitchFamily="49" charset="-122"/>
              </a:rPr>
              <a:t>Clang</a:t>
            </a:r>
            <a:r>
              <a:rPr lang="zh-CN" altLang="en-US" sz="2400" dirty="0">
                <a:latin typeface="Arial" panose="020B0604020202020204" pitchFamily="34" charset="0"/>
                <a:ea typeface="SimHei" panose="02010609060101010101" pitchFamily="49" charset="-122"/>
              </a:rPr>
              <a:t> 编译 </a:t>
            </a:r>
            <a:r>
              <a:rPr lang="en-US" altLang="zh-CN" sz="2400" dirty="0">
                <a:latin typeface="Arial" panose="020B0604020202020204" pitchFamily="34" charset="0"/>
                <a:ea typeface="SimHei" panose="02010609060101010101" pitchFamily="49" charset="-122"/>
              </a:rPr>
              <a:t>cJSON</a:t>
            </a:r>
            <a:r>
              <a:rPr lang="zh-CN" altLang="en-US" sz="2400" dirty="0">
                <a:latin typeface="Arial" panose="020B0604020202020204" pitchFamily="34" charset="0"/>
                <a:ea typeface="SimHei" panose="02010609060101010101" pitchFamily="49" charset="-122"/>
              </a:rPr>
              <a:t> 时进行</a:t>
            </a:r>
            <a:r>
              <a:rPr lang="zh-CN" altLang="en-US" sz="2400" dirty="0">
                <a:solidFill>
                  <a:srgbClr val="C00000"/>
                </a:solidFill>
                <a:latin typeface="Arial" panose="020B0604020202020204" pitchFamily="34" charset="0"/>
                <a:ea typeface="SimHei" panose="02010609060101010101" pitchFamily="49" charset="-122"/>
              </a:rPr>
              <a:t>覆盖率</a:t>
            </a:r>
            <a:r>
              <a:rPr lang="zh-CN" altLang="en-CN" sz="2400" dirty="0">
                <a:solidFill>
                  <a:srgbClr val="C00000"/>
                </a:solidFill>
                <a:latin typeface="Arial" panose="020B0604020202020204" pitchFamily="34" charset="0"/>
                <a:ea typeface="SimHei" panose="02010609060101010101" pitchFamily="49" charset="-122"/>
              </a:rPr>
              <a:t>插桩</a:t>
            </a:r>
            <a:r>
              <a:rPr lang="zh-CN" altLang="en-US" sz="2400" dirty="0">
                <a:latin typeface="Arial" panose="020B0604020202020204" pitchFamily="34" charset="0"/>
                <a:ea typeface="SimHei" panose="02010609060101010101" pitchFamily="49" charset="-122"/>
              </a:rPr>
              <a:t>，构建插桩好的静态库 </a:t>
            </a:r>
            <a:r>
              <a:rPr lang="en-US" altLang="zh-CN" sz="2400" dirty="0" err="1">
                <a:latin typeface="Arial" panose="020B0604020202020204" pitchFamily="34" charset="0"/>
                <a:ea typeface="SimHei" panose="02010609060101010101" pitchFamily="49" charset="-122"/>
              </a:rPr>
              <a:t>libcjson.a</a:t>
            </a:r>
            <a:endParaRPr lang="en-US" altLang="zh-CN" sz="2400" dirty="0">
              <a:latin typeface="Arial" panose="020B0604020202020204" pitchFamily="34" charset="0"/>
              <a:ea typeface="SimHei" panose="02010609060101010101" pitchFamily="49" charset="-122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zh-CN" altLang="en-US" sz="2400" dirty="0">
                <a:latin typeface="Arial" panose="020B0604020202020204" pitchFamily="34" charset="0"/>
                <a:ea typeface="SimHei" panose="02010609060101010101" pitchFamily="49" charset="-122"/>
              </a:rPr>
              <a:t>编写 </a:t>
            </a:r>
            <a:r>
              <a:rPr lang="en-US" altLang="zh-CN" sz="2400" dirty="0">
                <a:latin typeface="Arial" panose="020B0604020202020204" pitchFamily="34" charset="0"/>
                <a:ea typeface="SimHei" panose="02010609060101010101" pitchFamily="49" charset="-122"/>
              </a:rPr>
              <a:t>gtest</a:t>
            </a:r>
            <a:r>
              <a:rPr lang="zh-CN" altLang="en-US" sz="2400" dirty="0">
                <a:latin typeface="Arial" panose="020B0604020202020204" pitchFamily="34" charset="0"/>
                <a:ea typeface="SimHei" panose="02010609060101010101" pitchFamily="49" charset="-122"/>
              </a:rPr>
              <a:t> 测试文件，构建测试用例（可考虑结合 </a:t>
            </a:r>
            <a:r>
              <a:rPr lang="en-US" sz="2400" dirty="0">
                <a:latin typeface="Arial" panose="020B0604020202020204" pitchFamily="34" charset="0"/>
                <a:ea typeface="SimHei" panose="02010609060101010101" pitchFamily="49" charset="-122"/>
              </a:rPr>
              <a:t>LLM</a:t>
            </a:r>
            <a:r>
              <a:rPr lang="zh-CN" altLang="en-US" sz="2400" dirty="0">
                <a:latin typeface="Arial" panose="020B0604020202020204" pitchFamily="34" charset="0"/>
                <a:ea typeface="SimHei" panose="02010609060101010101" pitchFamily="49" charset="-122"/>
              </a:rPr>
              <a:t>）</a:t>
            </a:r>
            <a:endParaRPr lang="en-US" altLang="zh-CN" sz="2400" dirty="0">
              <a:latin typeface="Arial" panose="020B0604020202020204" pitchFamily="34" charset="0"/>
              <a:ea typeface="SimHei" panose="02010609060101010101" pitchFamily="49" charset="-122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zh-CN" altLang="en-US" sz="2400" dirty="0">
                <a:latin typeface="Arial" panose="020B0604020202020204" pitchFamily="34" charset="0"/>
                <a:ea typeface="SimHei" panose="02010609060101010101" pitchFamily="49" charset="-122"/>
              </a:rPr>
              <a:t>编写构建文件 </a:t>
            </a:r>
            <a:r>
              <a:rPr lang="en-US" sz="2400" dirty="0" err="1">
                <a:latin typeface="Arial" panose="020B0604020202020204" pitchFamily="34" charset="0"/>
                <a:ea typeface="SimHei" panose="02010609060101010101" pitchFamily="49" charset="-122"/>
              </a:rPr>
              <a:t>Makefile</a:t>
            </a:r>
            <a:r>
              <a:rPr lang="zh-CN" altLang="en-US" sz="2400" dirty="0">
                <a:latin typeface="Arial" panose="020B0604020202020204" pitchFamily="34" charset="0"/>
                <a:ea typeface="SimHei" panose="02010609060101010101" pitchFamily="49" charset="-122"/>
              </a:rPr>
              <a:t>，对 </a:t>
            </a:r>
            <a:r>
              <a:rPr lang="en-US" altLang="zh-CN" sz="2400" dirty="0" err="1">
                <a:latin typeface="Arial" panose="020B0604020202020204" pitchFamily="34" charset="0"/>
                <a:ea typeface="SimHei" panose="02010609060101010101" pitchFamily="49" charset="-122"/>
              </a:rPr>
              <a:t>libcjson.a</a:t>
            </a:r>
            <a:r>
              <a:rPr lang="zh-CN" altLang="en-US" sz="2400" dirty="0">
                <a:latin typeface="Arial" panose="020B0604020202020204" pitchFamily="34" charset="0"/>
                <a:ea typeface="SimHei" panose="02010609060101010101" pitchFamily="49" charset="-122"/>
              </a:rPr>
              <a:t> 进行测试</a:t>
            </a:r>
            <a:endParaRPr lang="en-US" sz="2400" dirty="0">
              <a:latin typeface="Arial" panose="020B0604020202020204" pitchFamily="34" charset="0"/>
              <a:ea typeface="SimHei" panose="02010609060101010101" pitchFamily="49" charset="-122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CN" sz="2400" dirty="0">
                <a:latin typeface="Arial" panose="020B0604020202020204" pitchFamily="34" charset="0"/>
                <a:ea typeface="SimHei" panose="02010609060101010101" pitchFamily="49" charset="-122"/>
              </a:rPr>
              <a:t>撰写测试报告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95DAA10D-DBD6-FCB8-05FE-AD46C5A08B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fr-FR"/>
              <a:t>  </a:t>
            </a:r>
            <a:fld id="{E2F07B82-4858-4E29-890E-CAF1CE3CC11A}" type="slidenum">
              <a:rPr lang="fr-FR" smtClean="0"/>
              <a:pPr/>
              <a:t>7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81872620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9097E9-7202-93B7-0BD3-828D0FBB12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CF929CF-F43A-0A52-70B1-7286EB85DE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9315" y="350838"/>
            <a:ext cx="7540625" cy="1143000"/>
          </a:xfrm>
        </p:spPr>
        <p:txBody>
          <a:bodyPr/>
          <a:lstStyle/>
          <a:p>
            <a:r>
              <a:rPr lang="zh-CN" altLang="en-US" dirty="0"/>
              <a:t>自动化测试实践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523094C-98EF-77C1-26B2-FA5CF700605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69314" y="1440520"/>
            <a:ext cx="7540625" cy="4674529"/>
          </a:xfrm>
        </p:spPr>
        <p:txBody>
          <a:bodyPr/>
          <a:lstStyle/>
          <a:p>
            <a:pPr algn="just"/>
            <a:r>
              <a:rPr lang="zh-CN" altLang="en-US" sz="2400" dirty="0">
                <a:solidFill>
                  <a:schemeClr val="accent1"/>
                </a:solidFill>
              </a:rPr>
              <a:t>实验提交注意事项</a:t>
            </a:r>
            <a:endParaRPr lang="en-US" altLang="zh-CN" sz="2400" dirty="0">
              <a:solidFill>
                <a:schemeClr val="accent1"/>
              </a:solidFill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zh-CN" altLang="en-US" sz="2400" dirty="0">
                <a:latin typeface="Arial" panose="020B0604020202020204" pitchFamily="34" charset="0"/>
                <a:ea typeface="SimHei" panose="02010609060101010101" pitchFamily="49" charset="-122"/>
              </a:rPr>
              <a:t>文件目录（</a:t>
            </a:r>
            <a:r>
              <a:rPr lang="en-US" altLang="zh-CN" sz="2400" dirty="0">
                <a:latin typeface="Arial" panose="020B0604020202020204" pitchFamily="34" charset="0"/>
                <a:ea typeface="SimHei" panose="02010609060101010101" pitchFamily="49" charset="-122"/>
              </a:rPr>
              <a:t>exp1</a:t>
            </a:r>
            <a:r>
              <a:rPr lang="zh-CN" altLang="en-US" sz="2400" dirty="0">
                <a:latin typeface="Arial" panose="020B0604020202020204" pitchFamily="34" charset="0"/>
                <a:ea typeface="SimHei" panose="02010609060101010101" pitchFamily="49" charset="-122"/>
              </a:rPr>
              <a:t>）</a:t>
            </a:r>
            <a:endParaRPr lang="en-US" altLang="zh-CN" sz="2400" dirty="0">
              <a:latin typeface="Arial" panose="020B0604020202020204" pitchFamily="34" charset="0"/>
              <a:ea typeface="SimHei" panose="02010609060101010101" pitchFamily="49" charset="-122"/>
            </a:endParaRPr>
          </a:p>
          <a:p>
            <a:pPr marL="563563" lvl="1" indent="-342900" algn="just">
              <a:buFont typeface="Arial" panose="020B0604020202020204" pitchFamily="34" charset="0"/>
              <a:buChar char="•"/>
            </a:pPr>
            <a:r>
              <a:rPr lang="en-US" sz="2400" dirty="0" err="1">
                <a:latin typeface="Arial" panose="020B0604020202020204" pitchFamily="34" charset="0"/>
                <a:ea typeface="SimHei" panose="02010609060101010101" pitchFamily="49" charset="-122"/>
              </a:rPr>
              <a:t>cjson_gtest</a:t>
            </a:r>
            <a:endParaRPr lang="en-US" sz="2400" dirty="0">
              <a:latin typeface="Arial" panose="020B0604020202020204" pitchFamily="34" charset="0"/>
              <a:ea typeface="SimHei" panose="02010609060101010101" pitchFamily="49" charset="-122"/>
            </a:endParaRPr>
          </a:p>
          <a:p>
            <a:pPr marL="896938" lvl="2" indent="-342900" algn="just">
              <a:buFont typeface="Arial" panose="020B0604020202020204" pitchFamily="34" charset="0"/>
              <a:buChar char="•"/>
            </a:pPr>
            <a:r>
              <a:rPr lang="en-US" sz="2400" dirty="0" err="1">
                <a:latin typeface="Arial" panose="020B0604020202020204" pitchFamily="34" charset="0"/>
                <a:ea typeface="SimHei" panose="02010609060101010101" pitchFamily="49" charset="-122"/>
              </a:rPr>
              <a:t>Makefile</a:t>
            </a:r>
            <a:r>
              <a:rPr lang="zh-CN" altLang="en-US" sz="2400" dirty="0">
                <a:latin typeface="Arial" panose="020B0604020202020204" pitchFamily="34" charset="0"/>
                <a:ea typeface="SimHei" panose="02010609060101010101" pitchFamily="49" charset="-122"/>
              </a:rPr>
              <a:t>：自动化软件项目的清理（封装为命令</a:t>
            </a:r>
            <a:r>
              <a:rPr lang="en-US" altLang="zh-CN" sz="2400" dirty="0">
                <a:latin typeface="Arial" panose="020B0604020202020204" pitchFamily="34" charset="0"/>
                <a:ea typeface="SimHei" panose="02010609060101010101" pitchFamily="49" charset="-122"/>
              </a:rPr>
              <a:t>make clean</a:t>
            </a:r>
            <a:r>
              <a:rPr lang="zh-CN" altLang="en-US" sz="2400" dirty="0">
                <a:latin typeface="Arial" panose="020B0604020202020204" pitchFamily="34" charset="0"/>
                <a:ea typeface="SimHei" panose="02010609060101010101" pitchFamily="49" charset="-122"/>
              </a:rPr>
              <a:t>）、编译和执行过程（封装为命令</a:t>
            </a:r>
            <a:r>
              <a:rPr lang="en-US" altLang="zh-CN" sz="2400" dirty="0">
                <a:latin typeface="Arial" panose="020B0604020202020204" pitchFamily="34" charset="0"/>
                <a:ea typeface="SimHei" panose="02010609060101010101" pitchFamily="49" charset="-122"/>
              </a:rPr>
              <a:t>make html</a:t>
            </a:r>
            <a:r>
              <a:rPr lang="zh-CN" altLang="en-US" sz="2400" dirty="0">
                <a:latin typeface="Arial" panose="020B0604020202020204" pitchFamily="34" charset="0"/>
                <a:ea typeface="SimHei" panose="02010609060101010101" pitchFamily="49" charset="-122"/>
              </a:rPr>
              <a:t>）</a:t>
            </a:r>
            <a:endParaRPr lang="en-US" altLang="zh-CN" sz="2400" dirty="0">
              <a:latin typeface="Arial" panose="020B0604020202020204" pitchFamily="34" charset="0"/>
              <a:ea typeface="SimHei" panose="02010609060101010101" pitchFamily="49" charset="-122"/>
            </a:endParaRPr>
          </a:p>
          <a:p>
            <a:pPr marL="896938" lvl="2" indent="-342900" algn="just">
              <a:buFont typeface="Arial" panose="020B0604020202020204" pitchFamily="34" charset="0"/>
              <a:buChar char="•"/>
            </a:pPr>
            <a:r>
              <a:rPr lang="en-US" altLang="zh-CN" sz="2400" dirty="0">
                <a:latin typeface="Arial" panose="020B0604020202020204" pitchFamily="34" charset="0"/>
                <a:ea typeface="SimHei" panose="02010609060101010101" pitchFamily="49" charset="-122"/>
              </a:rPr>
              <a:t>cJSON</a:t>
            </a:r>
            <a:r>
              <a:rPr lang="zh-CN" altLang="en-US" sz="2400" dirty="0">
                <a:latin typeface="Arial" panose="020B0604020202020204" pitchFamily="34" charset="0"/>
                <a:ea typeface="SimHei" panose="02010609060101010101" pitchFamily="49" charset="-122"/>
              </a:rPr>
              <a:t>：被测程序的代码仓库</a:t>
            </a:r>
            <a:endParaRPr lang="en-US" altLang="zh-CN" sz="2400" dirty="0">
              <a:latin typeface="Arial" panose="020B0604020202020204" pitchFamily="34" charset="0"/>
              <a:ea typeface="SimHei" panose="02010609060101010101" pitchFamily="49" charset="-122"/>
            </a:endParaRPr>
          </a:p>
          <a:p>
            <a:pPr marL="896938" lvl="2" indent="-342900" algn="just">
              <a:buFont typeface="Arial" panose="020B0604020202020204" pitchFamily="34" charset="0"/>
              <a:buChar char="•"/>
            </a:pPr>
            <a:r>
              <a:rPr lang="en-US" altLang="zh-CN" sz="2400" dirty="0" err="1">
                <a:latin typeface="Arial" panose="020B0604020202020204" pitchFamily="34" charset="0"/>
                <a:ea typeface="SimHei" panose="02010609060101010101" pitchFamily="49" charset="-122"/>
              </a:rPr>
              <a:t>test_cjson.cpp</a:t>
            </a:r>
            <a:r>
              <a:rPr lang="zh-CN" altLang="en-US" sz="2400" dirty="0">
                <a:latin typeface="Arial" panose="020B0604020202020204" pitchFamily="34" charset="0"/>
                <a:ea typeface="SimHei" panose="02010609060101010101" pitchFamily="49" charset="-122"/>
              </a:rPr>
              <a:t>：</a:t>
            </a:r>
            <a:r>
              <a:rPr lang="en-US" altLang="zh-CN" sz="2400" dirty="0">
                <a:latin typeface="Arial" panose="020B0604020202020204" pitchFamily="34" charset="0"/>
                <a:ea typeface="SimHei" panose="02010609060101010101" pitchFamily="49" charset="-122"/>
              </a:rPr>
              <a:t>gtest</a:t>
            </a:r>
            <a:r>
              <a:rPr lang="zh-CN" altLang="en-US" sz="2400" dirty="0">
                <a:latin typeface="Arial" panose="020B0604020202020204" pitchFamily="34" charset="0"/>
                <a:ea typeface="SimHei" panose="02010609060101010101" pitchFamily="49" charset="-122"/>
              </a:rPr>
              <a:t> 测试源代码文件</a:t>
            </a:r>
            <a:endParaRPr lang="en-US" sz="2400" dirty="0">
              <a:latin typeface="Arial" panose="020B0604020202020204" pitchFamily="34" charset="0"/>
              <a:ea typeface="SimHei" panose="02010609060101010101" pitchFamily="49" charset="-122"/>
            </a:endParaRPr>
          </a:p>
          <a:p>
            <a:pPr marL="563563" lvl="1" indent="-342900" algn="just">
              <a:buFont typeface="Arial" panose="020B0604020202020204" pitchFamily="34" charset="0"/>
              <a:buChar char="•"/>
            </a:pPr>
            <a:r>
              <a:rPr lang="en-US" sz="2400" dirty="0">
                <a:latin typeface="Arial" panose="020B0604020202020204" pitchFamily="34" charset="0"/>
                <a:ea typeface="SimHei" panose="02010609060101010101" pitchFamily="49" charset="-122"/>
              </a:rPr>
              <a:t>EXP01_2012345678_xxx.pdf</a:t>
            </a:r>
            <a:r>
              <a:rPr lang="zh-CN" altLang="en-US" sz="2400" dirty="0">
                <a:latin typeface="Arial" panose="020B0604020202020204" pitchFamily="34" charset="0"/>
                <a:ea typeface="SimHei" panose="02010609060101010101" pitchFamily="49" charset="-122"/>
              </a:rPr>
              <a:t>：</a:t>
            </a:r>
            <a:r>
              <a:rPr lang="en-US" altLang="zh-CN" sz="2400" dirty="0">
                <a:latin typeface="Arial" panose="020B0604020202020204" pitchFamily="34" charset="0"/>
                <a:ea typeface="SimHei" panose="02010609060101010101" pitchFamily="49" charset="-122"/>
              </a:rPr>
              <a:t>xxx</a:t>
            </a:r>
            <a:r>
              <a:rPr lang="zh-CN" altLang="en-US" sz="2400" dirty="0">
                <a:latin typeface="Arial" panose="020B0604020202020204" pitchFamily="34" charset="0"/>
                <a:ea typeface="SimHei" panose="02010609060101010101" pitchFamily="49" charset="-122"/>
              </a:rPr>
              <a:t> 为自己姓名，测试报告</a:t>
            </a:r>
            <a:endParaRPr lang="en-CN" sz="2400" dirty="0">
              <a:latin typeface="Arial" panose="020B0604020202020204" pitchFamily="34" charset="0"/>
              <a:ea typeface="SimHei" panose="02010609060101010101" pitchFamily="49" charset="-122"/>
            </a:endParaRP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4D54CBC5-3624-D2F3-FF87-5E44E2869F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fr-FR"/>
              <a:t>  </a:t>
            </a:r>
            <a:fld id="{E2F07B82-4858-4E29-890E-CAF1CE3CC11A}" type="slidenum">
              <a:rPr lang="fr-FR" smtClean="0"/>
              <a:pPr/>
              <a:t>8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49127088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541E6C-02F1-C535-3035-051E23B081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3DB4BFD-FD5D-A26B-3965-896C2F6F47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9315" y="350838"/>
            <a:ext cx="7540625" cy="1143000"/>
          </a:xfrm>
        </p:spPr>
        <p:txBody>
          <a:bodyPr/>
          <a:lstStyle/>
          <a:p>
            <a:r>
              <a:rPr lang="zh-CN" altLang="en-US" dirty="0"/>
              <a:t>自动化测试实践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536856E-80C1-EAD2-120F-C2D327BC12A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69314" y="1440520"/>
            <a:ext cx="7749224" cy="4674529"/>
          </a:xfrm>
        </p:spPr>
        <p:txBody>
          <a:bodyPr/>
          <a:lstStyle/>
          <a:p>
            <a:pPr algn="just"/>
            <a:r>
              <a:rPr lang="zh-CN" altLang="en-US" sz="2400" dirty="0">
                <a:solidFill>
                  <a:schemeClr val="accent1"/>
                </a:solidFill>
              </a:rPr>
              <a:t>生成 </a:t>
            </a:r>
            <a:r>
              <a:rPr lang="en-US" altLang="zh-CN" sz="2400" dirty="0">
                <a:solidFill>
                  <a:schemeClr val="accent1"/>
                </a:solidFill>
              </a:rPr>
              <a:t>cJSON</a:t>
            </a:r>
            <a:r>
              <a:rPr lang="zh-CN" altLang="en-US" sz="2400" dirty="0">
                <a:solidFill>
                  <a:schemeClr val="accent1"/>
                </a:solidFill>
              </a:rPr>
              <a:t> 的静态库</a:t>
            </a:r>
            <a:endParaRPr lang="en-US" altLang="zh-CN" sz="2400" dirty="0">
              <a:solidFill>
                <a:schemeClr val="accent1"/>
              </a:solidFill>
            </a:endParaRPr>
          </a:p>
          <a:p>
            <a:pPr algn="just"/>
            <a:r>
              <a:rPr lang="en-US" dirty="0">
                <a:latin typeface="Arial" panose="020B0604020202020204" pitchFamily="34" charset="0"/>
                <a:ea typeface="SimHei" panose="02010609060101010101" pitchFamily="49" charset="-122"/>
              </a:rPr>
              <a:t>make </a:t>
            </a:r>
            <a:r>
              <a:rPr lang="en-US" dirty="0" err="1">
                <a:latin typeface="Arial" panose="020B0604020202020204" pitchFamily="34" charset="0"/>
                <a:ea typeface="SimHei" panose="02010609060101010101" pitchFamily="49" charset="-122"/>
              </a:rPr>
              <a:t>libcjson.a</a:t>
            </a:r>
            <a:r>
              <a:rPr lang="en-US" dirty="0">
                <a:latin typeface="Arial" panose="020B0604020202020204" pitchFamily="34" charset="0"/>
                <a:ea typeface="SimHei" panose="02010609060101010101" pitchFamily="49" charset="-122"/>
              </a:rPr>
              <a:t> CC=clang CFLAGS="-O0 -g -</a:t>
            </a:r>
            <a:r>
              <a:rPr lang="en-US" dirty="0" err="1">
                <a:latin typeface="Arial" panose="020B0604020202020204" pitchFamily="34" charset="0"/>
                <a:ea typeface="SimHei" panose="02010609060101010101" pitchFamily="49" charset="-122"/>
              </a:rPr>
              <a:t>fprofile</a:t>
            </a:r>
            <a:r>
              <a:rPr lang="en-US" dirty="0">
                <a:latin typeface="Arial" panose="020B0604020202020204" pitchFamily="34" charset="0"/>
                <a:ea typeface="SimHei" panose="02010609060101010101" pitchFamily="49" charset="-122"/>
              </a:rPr>
              <a:t>-</a:t>
            </a:r>
            <a:r>
              <a:rPr lang="en-US" dirty="0" err="1">
                <a:latin typeface="Arial" panose="020B0604020202020204" pitchFamily="34" charset="0"/>
                <a:ea typeface="SimHei" panose="02010609060101010101" pitchFamily="49" charset="-122"/>
              </a:rPr>
              <a:t>instr</a:t>
            </a:r>
            <a:r>
              <a:rPr lang="en-US" dirty="0">
                <a:latin typeface="Arial" panose="020B0604020202020204" pitchFamily="34" charset="0"/>
                <a:ea typeface="SimHei" panose="02010609060101010101" pitchFamily="49" charset="-122"/>
              </a:rPr>
              <a:t>-generate -</a:t>
            </a:r>
            <a:r>
              <a:rPr lang="en-US" dirty="0" err="1">
                <a:latin typeface="Arial" panose="020B0604020202020204" pitchFamily="34" charset="0"/>
                <a:ea typeface="SimHei" panose="02010609060101010101" pitchFamily="49" charset="-122"/>
              </a:rPr>
              <a:t>fcoverage</a:t>
            </a:r>
            <a:r>
              <a:rPr lang="en-US" dirty="0">
                <a:latin typeface="Arial" panose="020B0604020202020204" pitchFamily="34" charset="0"/>
                <a:ea typeface="SimHei" panose="02010609060101010101" pitchFamily="49" charset="-122"/>
              </a:rPr>
              <a:t>-mapping -</a:t>
            </a:r>
            <a:r>
              <a:rPr lang="en-US" dirty="0" err="1">
                <a:latin typeface="Arial" panose="020B0604020202020204" pitchFamily="34" charset="0"/>
                <a:ea typeface="SimHei" panose="02010609060101010101" pitchFamily="49" charset="-122"/>
              </a:rPr>
              <a:t>fcoverage-mcdc</a:t>
            </a:r>
            <a:r>
              <a:rPr lang="en-US" dirty="0">
                <a:latin typeface="Arial" panose="020B0604020202020204" pitchFamily="34" charset="0"/>
                <a:ea typeface="SimHei" panose="02010609060101010101" pitchFamily="49" charset="-122"/>
              </a:rPr>
              <a:t>"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b="1" dirty="0">
                <a:latin typeface="Arial" panose="020B0604020202020204" pitchFamily="34" charset="0"/>
                <a:ea typeface="SimHei" panose="02010609060101010101" pitchFamily="49" charset="-122"/>
              </a:rPr>
              <a:t>-</a:t>
            </a:r>
            <a:r>
              <a:rPr lang="en-US" b="1" dirty="0" err="1">
                <a:latin typeface="Arial" panose="020B0604020202020204" pitchFamily="34" charset="0"/>
                <a:ea typeface="SimHei" panose="02010609060101010101" pitchFamily="49" charset="-122"/>
              </a:rPr>
              <a:t>fprofile</a:t>
            </a:r>
            <a:r>
              <a:rPr lang="en-US" b="1" dirty="0">
                <a:latin typeface="Arial" panose="020B0604020202020204" pitchFamily="34" charset="0"/>
                <a:ea typeface="SimHei" panose="02010609060101010101" pitchFamily="49" charset="-122"/>
              </a:rPr>
              <a:t>-</a:t>
            </a:r>
            <a:r>
              <a:rPr lang="en-US" b="1" dirty="0" err="1">
                <a:latin typeface="Arial" panose="020B0604020202020204" pitchFamily="34" charset="0"/>
                <a:ea typeface="SimHei" panose="02010609060101010101" pitchFamily="49" charset="-122"/>
              </a:rPr>
              <a:t>instr</a:t>
            </a:r>
            <a:r>
              <a:rPr lang="en-US" b="1" dirty="0">
                <a:latin typeface="Arial" panose="020B0604020202020204" pitchFamily="34" charset="0"/>
                <a:ea typeface="SimHei" panose="02010609060101010101" pitchFamily="49" charset="-122"/>
              </a:rPr>
              <a:t>-generate</a:t>
            </a:r>
            <a:r>
              <a:rPr lang="zh-CN" altLang="en-US" dirty="0">
                <a:latin typeface="Arial" panose="020B0604020202020204" pitchFamily="34" charset="0"/>
                <a:ea typeface="SimHei" panose="02010609060101010101" pitchFamily="49" charset="-122"/>
              </a:rPr>
              <a:t>：</a:t>
            </a:r>
            <a:r>
              <a:rPr lang="zh-CN" altLang="en-US" dirty="0"/>
              <a:t>在编译结果中插入</a:t>
            </a:r>
            <a:r>
              <a:rPr lang="zh-CN" altLang="en-US" dirty="0">
                <a:solidFill>
                  <a:srgbClr val="C00000"/>
                </a:solidFill>
              </a:rPr>
              <a:t>运行时计数器</a:t>
            </a:r>
            <a:r>
              <a:rPr lang="zh-CN" altLang="en-US" dirty="0"/>
              <a:t>，使程序执行时生成 </a:t>
            </a:r>
            <a:r>
              <a:rPr lang="en-US" altLang="zh-CN" dirty="0"/>
              <a:t>.</a:t>
            </a:r>
            <a:r>
              <a:rPr lang="en-US" dirty="0" err="1"/>
              <a:t>profraw</a:t>
            </a:r>
            <a:r>
              <a:rPr lang="en-US" dirty="0"/>
              <a:t> </a:t>
            </a:r>
            <a:r>
              <a:rPr lang="zh-CN" altLang="en-US" dirty="0"/>
              <a:t>原始覆盖率数据</a:t>
            </a:r>
            <a:endParaRPr lang="en-US" altLang="zh-CN" dirty="0"/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altLang="zh-CN" b="1" dirty="0">
                <a:latin typeface="Arial" panose="020B0604020202020204" pitchFamily="34" charset="0"/>
                <a:ea typeface="SimHei" panose="02010609060101010101" pitchFamily="49" charset="-122"/>
              </a:rPr>
              <a:t>-</a:t>
            </a:r>
            <a:r>
              <a:rPr lang="en-US" altLang="zh-CN" b="1" dirty="0" err="1">
                <a:latin typeface="Arial" panose="020B0604020202020204" pitchFamily="34" charset="0"/>
                <a:ea typeface="SimHei" panose="02010609060101010101" pitchFamily="49" charset="-122"/>
              </a:rPr>
              <a:t>fcoverage</a:t>
            </a:r>
            <a:r>
              <a:rPr lang="en-US" altLang="zh-CN" b="1" dirty="0">
                <a:latin typeface="Arial" panose="020B0604020202020204" pitchFamily="34" charset="0"/>
                <a:ea typeface="SimHei" panose="02010609060101010101" pitchFamily="49" charset="-122"/>
              </a:rPr>
              <a:t>-mapping</a:t>
            </a:r>
            <a:r>
              <a:rPr lang="zh-CN" altLang="en-US" dirty="0">
                <a:latin typeface="Arial" panose="020B0604020202020204" pitchFamily="34" charset="0"/>
                <a:ea typeface="SimHei" panose="02010609060101010101" pitchFamily="49" charset="-122"/>
              </a:rPr>
              <a:t>：生成源码位置到覆盖率计数器之间的映射信息，使 </a:t>
            </a:r>
            <a:r>
              <a:rPr lang="en-US" altLang="zh-CN" dirty="0" err="1">
                <a:latin typeface="Arial" panose="020B0604020202020204" pitchFamily="34" charset="0"/>
                <a:ea typeface="SimHei" panose="02010609060101010101" pitchFamily="49" charset="-122"/>
              </a:rPr>
              <a:t>llvm-cov</a:t>
            </a:r>
            <a:r>
              <a:rPr lang="en-US" altLang="zh-CN" dirty="0">
                <a:latin typeface="Arial" panose="020B0604020202020204" pitchFamily="34" charset="0"/>
                <a:ea typeface="SimHei" panose="02010609060101010101" pitchFamily="49" charset="-122"/>
              </a:rPr>
              <a:t> </a:t>
            </a:r>
            <a:r>
              <a:rPr lang="zh-CN" altLang="en-US" dirty="0">
                <a:latin typeface="Arial" panose="020B0604020202020204" pitchFamily="34" charset="0"/>
                <a:ea typeface="SimHei" panose="02010609060101010101" pitchFamily="49" charset="-122"/>
              </a:rPr>
              <a:t>能把 </a:t>
            </a:r>
            <a:r>
              <a:rPr lang="en-US" altLang="zh-CN" dirty="0">
                <a:latin typeface="Arial" panose="020B0604020202020204" pitchFamily="34" charset="0"/>
                <a:ea typeface="SimHei" panose="02010609060101010101" pitchFamily="49" charset="-122"/>
              </a:rPr>
              <a:t>.</a:t>
            </a:r>
            <a:r>
              <a:rPr lang="en-US" altLang="zh-CN" dirty="0" err="1">
                <a:latin typeface="Arial" panose="020B0604020202020204" pitchFamily="34" charset="0"/>
                <a:ea typeface="SimHei" panose="02010609060101010101" pitchFamily="49" charset="-122"/>
              </a:rPr>
              <a:t>profraw</a:t>
            </a:r>
            <a:r>
              <a:rPr lang="en-US" altLang="zh-CN" dirty="0">
                <a:latin typeface="Arial" panose="020B0604020202020204" pitchFamily="34" charset="0"/>
                <a:ea typeface="SimHei" panose="02010609060101010101" pitchFamily="49" charset="-122"/>
              </a:rPr>
              <a:t>/.</a:t>
            </a:r>
            <a:r>
              <a:rPr lang="en-US" altLang="zh-CN" dirty="0" err="1">
                <a:latin typeface="Arial" panose="020B0604020202020204" pitchFamily="34" charset="0"/>
                <a:ea typeface="SimHei" panose="02010609060101010101" pitchFamily="49" charset="-122"/>
              </a:rPr>
              <a:t>profdata</a:t>
            </a:r>
            <a:r>
              <a:rPr lang="en-US" altLang="zh-CN" dirty="0">
                <a:latin typeface="Arial" panose="020B0604020202020204" pitchFamily="34" charset="0"/>
                <a:ea typeface="SimHei" panose="02010609060101010101" pitchFamily="49" charset="-122"/>
              </a:rPr>
              <a:t> </a:t>
            </a:r>
            <a:r>
              <a:rPr lang="zh-CN" altLang="en-US" dirty="0">
                <a:latin typeface="Arial" panose="020B0604020202020204" pitchFamily="34" charset="0"/>
                <a:ea typeface="SimHei" panose="02010609060101010101" pitchFamily="49" charset="-122"/>
              </a:rPr>
              <a:t>数据还原成源码级覆盖率报告</a:t>
            </a:r>
            <a:endParaRPr lang="en-US" altLang="zh-CN" dirty="0">
              <a:latin typeface="Arial" panose="020B0604020202020204" pitchFamily="34" charset="0"/>
              <a:ea typeface="SimHei" panose="02010609060101010101" pitchFamily="49" charset="-122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altLang="zh-CN" b="1" dirty="0">
                <a:latin typeface="Arial" panose="020B0604020202020204" pitchFamily="34" charset="0"/>
                <a:ea typeface="SimHei" panose="02010609060101010101" pitchFamily="49" charset="-122"/>
              </a:rPr>
              <a:t>-</a:t>
            </a:r>
            <a:r>
              <a:rPr lang="en-US" altLang="zh-CN" b="1" dirty="0" err="1">
                <a:latin typeface="Arial" panose="020B0604020202020204" pitchFamily="34" charset="0"/>
                <a:ea typeface="SimHei" panose="02010609060101010101" pitchFamily="49" charset="-122"/>
              </a:rPr>
              <a:t>fcoverage-mcdc</a:t>
            </a:r>
            <a:r>
              <a:rPr lang="zh-CN" altLang="en-US" dirty="0">
                <a:latin typeface="Arial" panose="020B0604020202020204" pitchFamily="34" charset="0"/>
                <a:ea typeface="SimHei" panose="02010609060101010101" pitchFamily="49" charset="-122"/>
              </a:rPr>
              <a:t>：启用 </a:t>
            </a:r>
            <a:r>
              <a:rPr lang="en-US" altLang="zh-CN" dirty="0">
                <a:latin typeface="Arial" panose="020B0604020202020204" pitchFamily="34" charset="0"/>
                <a:ea typeface="SimHei" panose="02010609060101010101" pitchFamily="49" charset="-122"/>
              </a:rPr>
              <a:t>MC/DC </a:t>
            </a:r>
            <a:r>
              <a:rPr lang="zh-CN" altLang="en-US" dirty="0">
                <a:latin typeface="Arial" panose="020B0604020202020204" pitchFamily="34" charset="0"/>
                <a:ea typeface="SimHei" panose="02010609060101010101" pitchFamily="49" charset="-122"/>
              </a:rPr>
              <a:t>覆盖率插桩</a:t>
            </a:r>
            <a:endParaRPr lang="en-US" altLang="zh-CN" dirty="0">
              <a:latin typeface="Arial" panose="020B0604020202020204" pitchFamily="34" charset="0"/>
              <a:ea typeface="SimHei" panose="02010609060101010101" pitchFamily="49" charset="-122"/>
            </a:endParaRP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4B6C2E69-D456-CC31-F0C8-6516660AA4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fr-FR"/>
              <a:t>  </a:t>
            </a:r>
            <a:fld id="{E2F07B82-4858-4E29-890E-CAF1CE3CC11A}" type="slidenum">
              <a:rPr lang="fr-FR" smtClean="0"/>
              <a:pPr/>
              <a:t>9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11662030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BBA360-BB33-E6C1-F3B5-7DABDAD7E5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E7822E8-C70C-65F0-BBDF-9CC57BB86F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9315" y="350838"/>
            <a:ext cx="7540625" cy="1143000"/>
          </a:xfrm>
        </p:spPr>
        <p:txBody>
          <a:bodyPr/>
          <a:lstStyle/>
          <a:p>
            <a:r>
              <a:rPr lang="zh-CN" altLang="en-US" dirty="0"/>
              <a:t>自动化测试实践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2D2C08C-ECCC-B38D-3DCE-5A28E81F382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69314" y="1440520"/>
            <a:ext cx="7749224" cy="4674529"/>
          </a:xfrm>
        </p:spPr>
        <p:txBody>
          <a:bodyPr/>
          <a:lstStyle/>
          <a:p>
            <a:pPr algn="just"/>
            <a:r>
              <a:rPr lang="zh-CN" altLang="en-US" sz="2400" dirty="0">
                <a:solidFill>
                  <a:schemeClr val="accent1"/>
                </a:solidFill>
              </a:rPr>
              <a:t>使用 </a:t>
            </a:r>
            <a:r>
              <a:rPr lang="en-US" altLang="zh-CN" sz="2400" dirty="0" err="1">
                <a:solidFill>
                  <a:schemeClr val="accent1"/>
                </a:solidFill>
              </a:rPr>
              <a:t>Makefile</a:t>
            </a:r>
            <a:r>
              <a:rPr lang="zh-CN" altLang="en-US" sz="2400" dirty="0">
                <a:solidFill>
                  <a:schemeClr val="accent1"/>
                </a:solidFill>
              </a:rPr>
              <a:t> 封装编译运行命令（参考）</a:t>
            </a:r>
            <a:endParaRPr lang="en-US" altLang="zh-CN" sz="2400" dirty="0">
              <a:solidFill>
                <a:schemeClr val="accent1"/>
              </a:solidFill>
            </a:endParaRPr>
          </a:p>
          <a:p>
            <a:pPr algn="just"/>
            <a:r>
              <a:rPr lang="en-US" dirty="0">
                <a:latin typeface="Arial" panose="020B0604020202020204" pitchFamily="34" charset="0"/>
                <a:ea typeface="SimHei" panose="02010609060101010101" pitchFamily="49" charset="-122"/>
              </a:rPr>
              <a:t>make clean（</a:t>
            </a:r>
            <a:r>
              <a:rPr lang="zh-CN" altLang="en-US" dirty="0">
                <a:latin typeface="Arial" panose="020B0604020202020204" pitchFamily="34" charset="0"/>
                <a:ea typeface="SimHei" panose="02010609060101010101" pitchFamily="49" charset="-122"/>
              </a:rPr>
              <a:t>清理操作命令，删除生成的文件，保证干净点环境）</a:t>
            </a:r>
            <a:endParaRPr lang="en-US" altLang="zh-CN" dirty="0">
              <a:latin typeface="Arial" panose="020B0604020202020204" pitchFamily="34" charset="0"/>
              <a:ea typeface="SimHei" panose="02010609060101010101" pitchFamily="49" charset="-122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dirty="0">
                <a:latin typeface="Arial" panose="020B0604020202020204" pitchFamily="34" charset="0"/>
                <a:ea typeface="SimHei" panose="02010609060101010101" pitchFamily="49" charset="-122"/>
              </a:rPr>
              <a:t>rm -rf test</a:t>
            </a:r>
          </a:p>
          <a:p>
            <a:pPr algn="just"/>
            <a:r>
              <a:rPr lang="en-US" dirty="0">
                <a:latin typeface="Arial" panose="020B0604020202020204" pitchFamily="34" charset="0"/>
                <a:ea typeface="SimHei" panose="02010609060101010101" pitchFamily="49" charset="-122"/>
              </a:rPr>
              <a:t>make html（</a:t>
            </a:r>
            <a:r>
              <a:rPr lang="zh-CN" altLang="en-US" dirty="0">
                <a:latin typeface="Arial" panose="020B0604020202020204" pitchFamily="34" charset="0"/>
                <a:ea typeface="SimHei" panose="02010609060101010101" pitchFamily="49" charset="-122"/>
              </a:rPr>
              <a:t>编译执行命令，生成 </a:t>
            </a:r>
            <a:r>
              <a:rPr lang="en-US" altLang="zh-CN" dirty="0">
                <a:latin typeface="Arial" panose="020B0604020202020204" pitchFamily="34" charset="0"/>
                <a:ea typeface="SimHei" panose="02010609060101010101" pitchFamily="49" charset="-122"/>
              </a:rPr>
              <a:t>html</a:t>
            </a:r>
            <a:r>
              <a:rPr lang="zh-CN" altLang="en-US" dirty="0">
                <a:latin typeface="Arial" panose="020B0604020202020204" pitchFamily="34" charset="0"/>
                <a:ea typeface="SimHei" panose="02010609060101010101" pitchFamily="49" charset="-122"/>
              </a:rPr>
              <a:t> 格式的覆盖率报告）</a:t>
            </a:r>
          </a:p>
          <a:p>
            <a:pPr algn="just"/>
            <a:r>
              <a:rPr lang="en-US" dirty="0">
                <a:solidFill>
                  <a:srgbClr val="0070C0"/>
                </a:solidFill>
                <a:latin typeface="Arial" panose="020B0604020202020204" pitchFamily="34" charset="0"/>
                <a:ea typeface="SimHei" panose="02010609060101010101" pitchFamily="49" charset="-122"/>
              </a:rPr>
              <a:t># </a:t>
            </a:r>
            <a:r>
              <a:rPr lang="zh-CN" altLang="en-US" dirty="0">
                <a:solidFill>
                  <a:srgbClr val="0070C0"/>
                </a:solidFill>
                <a:latin typeface="Arial" panose="020B0604020202020204" pitchFamily="34" charset="0"/>
                <a:ea typeface="SimHei" panose="02010609060101010101" pitchFamily="49" charset="-122"/>
              </a:rPr>
              <a:t>编译</a:t>
            </a:r>
            <a:r>
              <a:rPr lang="en-US" dirty="0">
                <a:solidFill>
                  <a:srgbClr val="0070C0"/>
                </a:solidFill>
                <a:latin typeface="Arial" panose="020B0604020202020204" pitchFamily="34" charset="0"/>
                <a:ea typeface="SimHei" panose="02010609060101010101" pitchFamily="49" charset="-122"/>
              </a:rPr>
              <a:t>gtest</a:t>
            </a:r>
            <a:r>
              <a:rPr lang="zh-CN" altLang="en-US" dirty="0">
                <a:solidFill>
                  <a:srgbClr val="0070C0"/>
                </a:solidFill>
                <a:latin typeface="Arial" panose="020B0604020202020204" pitchFamily="34" charset="0"/>
                <a:ea typeface="SimHei" panose="02010609060101010101" pitchFamily="49" charset="-122"/>
              </a:rPr>
              <a:t>测试代码并链接（</a:t>
            </a:r>
            <a:r>
              <a:rPr lang="en-US" sz="2000" dirty="0" err="1">
                <a:solidFill>
                  <a:srgbClr val="0070C0"/>
                </a:solidFill>
                <a:latin typeface="Arial" panose="020B0604020202020204" pitchFamily="34" charset="0"/>
                <a:ea typeface="SimHei" panose="02010609060101010101" pitchFamily="49" charset="-122"/>
              </a:rPr>
              <a:t>test_cjson</a:t>
            </a:r>
            <a:r>
              <a:rPr lang="en-US" dirty="0" err="1">
                <a:solidFill>
                  <a:srgbClr val="0070C0"/>
                </a:solidFill>
                <a:latin typeface="Arial" panose="020B0604020202020204" pitchFamily="34" charset="0"/>
                <a:ea typeface="SimHei" panose="02010609060101010101" pitchFamily="49" charset="-122"/>
              </a:rPr>
              <a:t>.cpp</a:t>
            </a:r>
            <a:r>
              <a:rPr lang="en-US" dirty="0">
                <a:solidFill>
                  <a:srgbClr val="0070C0"/>
                </a:solidFill>
                <a:latin typeface="Arial" panose="020B0604020202020204" pitchFamily="34" charset="0"/>
                <a:ea typeface="SimHei" panose="02010609060101010101" pitchFamily="49" charset="-122"/>
              </a:rPr>
              <a:t>）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1800" dirty="0">
                <a:latin typeface="Arial" panose="020B0604020202020204" pitchFamily="34" charset="0"/>
                <a:ea typeface="SimHei" panose="02010609060101010101" pitchFamily="49" charset="-122"/>
              </a:rPr>
              <a:t>clang++ -O0 -g -</a:t>
            </a:r>
            <a:r>
              <a:rPr lang="en-US" sz="1800" dirty="0" err="1">
                <a:latin typeface="Arial" panose="020B0604020202020204" pitchFamily="34" charset="0"/>
                <a:ea typeface="SimHei" panose="02010609060101010101" pitchFamily="49" charset="-122"/>
              </a:rPr>
              <a:t>fprofile</a:t>
            </a:r>
            <a:r>
              <a:rPr lang="en-US" sz="1800" dirty="0">
                <a:latin typeface="Arial" panose="020B0604020202020204" pitchFamily="34" charset="0"/>
                <a:ea typeface="SimHei" panose="02010609060101010101" pitchFamily="49" charset="-122"/>
              </a:rPr>
              <a:t>-</a:t>
            </a:r>
            <a:r>
              <a:rPr lang="en-US" sz="1800" dirty="0" err="1">
                <a:latin typeface="Arial" panose="020B0604020202020204" pitchFamily="34" charset="0"/>
                <a:ea typeface="SimHei" panose="02010609060101010101" pitchFamily="49" charset="-122"/>
              </a:rPr>
              <a:t>instr</a:t>
            </a:r>
            <a:r>
              <a:rPr lang="en-US" sz="1800" dirty="0">
                <a:latin typeface="Arial" panose="020B0604020202020204" pitchFamily="34" charset="0"/>
                <a:ea typeface="SimHei" panose="02010609060101010101" pitchFamily="49" charset="-122"/>
              </a:rPr>
              <a:t>-generate -</a:t>
            </a:r>
            <a:r>
              <a:rPr lang="en-US" sz="1800" dirty="0" err="1">
                <a:latin typeface="Arial" panose="020B0604020202020204" pitchFamily="34" charset="0"/>
                <a:ea typeface="SimHei" panose="02010609060101010101" pitchFamily="49" charset="-122"/>
              </a:rPr>
              <a:t>fcoverage</a:t>
            </a:r>
            <a:r>
              <a:rPr lang="en-US" sz="1800" dirty="0">
                <a:latin typeface="Arial" panose="020B0604020202020204" pitchFamily="34" charset="0"/>
                <a:ea typeface="SimHei" panose="02010609060101010101" pitchFamily="49" charset="-122"/>
              </a:rPr>
              <a:t>-mapping –I /path/to/gtest/include -c </a:t>
            </a:r>
            <a:r>
              <a:rPr lang="en-US" sz="1800" dirty="0" err="1">
                <a:latin typeface="Arial" panose="020B0604020202020204" pitchFamily="34" charset="0"/>
                <a:ea typeface="SimHei" panose="02010609060101010101" pitchFamily="49" charset="-122"/>
              </a:rPr>
              <a:t>test_cjson.cpp</a:t>
            </a:r>
            <a:r>
              <a:rPr lang="en-US" sz="1800" dirty="0">
                <a:latin typeface="Arial" panose="020B0604020202020204" pitchFamily="34" charset="0"/>
                <a:ea typeface="SimHei" panose="02010609060101010101" pitchFamily="49" charset="-122"/>
              </a:rPr>
              <a:t> -o </a:t>
            </a:r>
            <a:r>
              <a:rPr lang="en-US" sz="1800" dirty="0" err="1">
                <a:latin typeface="Arial" panose="020B0604020202020204" pitchFamily="34" charset="0"/>
                <a:ea typeface="SimHei" panose="02010609060101010101" pitchFamily="49" charset="-122"/>
              </a:rPr>
              <a:t>test_cjson.o</a:t>
            </a:r>
            <a:endParaRPr lang="en-US" sz="1800" dirty="0">
              <a:latin typeface="Arial" panose="020B0604020202020204" pitchFamily="34" charset="0"/>
              <a:ea typeface="SimHei" panose="02010609060101010101" pitchFamily="49" charset="-122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1800" dirty="0">
                <a:latin typeface="Arial" panose="020B0604020202020204" pitchFamily="34" charset="0"/>
                <a:ea typeface="SimHei" panose="02010609060101010101" pitchFamily="49" charset="-122"/>
              </a:rPr>
              <a:t>clang++ -O0 -g -</a:t>
            </a:r>
            <a:r>
              <a:rPr lang="en-US" sz="1800" dirty="0" err="1">
                <a:latin typeface="Arial" panose="020B0604020202020204" pitchFamily="34" charset="0"/>
                <a:ea typeface="SimHei" panose="02010609060101010101" pitchFamily="49" charset="-122"/>
              </a:rPr>
              <a:t>fprofile</a:t>
            </a:r>
            <a:r>
              <a:rPr lang="en-US" sz="1800" dirty="0">
                <a:latin typeface="Arial" panose="020B0604020202020204" pitchFamily="34" charset="0"/>
                <a:ea typeface="SimHei" panose="02010609060101010101" pitchFamily="49" charset="-122"/>
              </a:rPr>
              <a:t>-</a:t>
            </a:r>
            <a:r>
              <a:rPr lang="en-US" sz="1800" dirty="0" err="1">
                <a:latin typeface="Arial" panose="020B0604020202020204" pitchFamily="34" charset="0"/>
                <a:ea typeface="SimHei" panose="02010609060101010101" pitchFamily="49" charset="-122"/>
              </a:rPr>
              <a:t>instr</a:t>
            </a:r>
            <a:r>
              <a:rPr lang="en-US" sz="1800" dirty="0">
                <a:latin typeface="Arial" panose="020B0604020202020204" pitchFamily="34" charset="0"/>
                <a:ea typeface="SimHei" panose="02010609060101010101" pitchFamily="49" charset="-122"/>
              </a:rPr>
              <a:t>-generate -</a:t>
            </a:r>
            <a:r>
              <a:rPr lang="en-US" sz="1800" dirty="0" err="1">
                <a:latin typeface="Arial" panose="020B0604020202020204" pitchFamily="34" charset="0"/>
                <a:ea typeface="SimHei" panose="02010609060101010101" pitchFamily="49" charset="-122"/>
              </a:rPr>
              <a:t>fcoverage</a:t>
            </a:r>
            <a:r>
              <a:rPr lang="en-US" sz="1800" dirty="0">
                <a:latin typeface="Arial" panose="020B0604020202020204" pitchFamily="34" charset="0"/>
                <a:ea typeface="SimHei" panose="02010609060101010101" pitchFamily="49" charset="-122"/>
              </a:rPr>
              <a:t>-mapping –I /path/to/gtest/include </a:t>
            </a:r>
            <a:r>
              <a:rPr lang="en-US" sz="1800" dirty="0" err="1">
                <a:latin typeface="Arial" panose="020B0604020202020204" pitchFamily="34" charset="0"/>
                <a:ea typeface="SimHei" panose="02010609060101010101" pitchFamily="49" charset="-122"/>
              </a:rPr>
              <a:t>test_cjson.o</a:t>
            </a:r>
            <a:r>
              <a:rPr lang="en-US" sz="1800" dirty="0">
                <a:latin typeface="Arial" panose="020B0604020202020204" pitchFamily="34" charset="0"/>
                <a:ea typeface="SimHei" panose="02010609060101010101" pitchFamily="49" charset="-122"/>
              </a:rPr>
              <a:t> /path/to/</a:t>
            </a:r>
            <a:r>
              <a:rPr lang="en-US" sz="1800" dirty="0" err="1">
                <a:latin typeface="Arial" panose="020B0604020202020204" pitchFamily="34" charset="0"/>
                <a:ea typeface="SimHei" panose="02010609060101010101" pitchFamily="49" charset="-122"/>
              </a:rPr>
              <a:t>libcjson.a</a:t>
            </a:r>
            <a:r>
              <a:rPr lang="en-US" sz="1800" dirty="0">
                <a:latin typeface="Arial" panose="020B0604020202020204" pitchFamily="34" charset="0"/>
                <a:ea typeface="SimHei" panose="02010609060101010101" pitchFamily="49" charset="-122"/>
              </a:rPr>
              <a:t> –L /path/to/gtest/lib -</a:t>
            </a:r>
            <a:r>
              <a:rPr lang="en-US" sz="1800" dirty="0" err="1">
                <a:latin typeface="Arial" panose="020B0604020202020204" pitchFamily="34" charset="0"/>
                <a:ea typeface="SimHei" panose="02010609060101010101" pitchFamily="49" charset="-122"/>
              </a:rPr>
              <a:t>lgtest</a:t>
            </a:r>
            <a:r>
              <a:rPr lang="en-US" sz="1800" dirty="0">
                <a:latin typeface="Arial" panose="020B0604020202020204" pitchFamily="34" charset="0"/>
                <a:ea typeface="SimHei" panose="02010609060101010101" pitchFamily="49" charset="-122"/>
              </a:rPr>
              <a:t> -</a:t>
            </a:r>
            <a:r>
              <a:rPr lang="en-US" sz="1800" dirty="0" err="1">
                <a:latin typeface="Arial" panose="020B0604020202020204" pitchFamily="34" charset="0"/>
                <a:ea typeface="SimHei" panose="02010609060101010101" pitchFamily="49" charset="-122"/>
              </a:rPr>
              <a:t>lgtest_main</a:t>
            </a:r>
            <a:r>
              <a:rPr lang="en-US" sz="1800" dirty="0">
                <a:latin typeface="Arial" panose="020B0604020202020204" pitchFamily="34" charset="0"/>
                <a:ea typeface="SimHei" panose="02010609060101010101" pitchFamily="49" charset="-122"/>
              </a:rPr>
              <a:t> -</a:t>
            </a:r>
            <a:r>
              <a:rPr lang="en-US" sz="1800" dirty="0" err="1">
                <a:latin typeface="Arial" panose="020B0604020202020204" pitchFamily="34" charset="0"/>
                <a:ea typeface="SimHei" panose="02010609060101010101" pitchFamily="49" charset="-122"/>
              </a:rPr>
              <a:t>lpthread</a:t>
            </a:r>
            <a:r>
              <a:rPr lang="en-US" sz="1800" dirty="0">
                <a:latin typeface="Arial" panose="020B0604020202020204" pitchFamily="34" charset="0"/>
                <a:ea typeface="SimHei" panose="02010609060101010101" pitchFamily="49" charset="-122"/>
              </a:rPr>
              <a:t> -o </a:t>
            </a:r>
            <a:r>
              <a:rPr lang="en-US" sz="1800" dirty="0" err="1">
                <a:latin typeface="Arial" panose="020B0604020202020204" pitchFamily="34" charset="0"/>
                <a:ea typeface="SimHei" panose="02010609060101010101" pitchFamily="49" charset="-122"/>
              </a:rPr>
              <a:t>test_cjson</a:t>
            </a:r>
            <a:endParaRPr lang="en-US" sz="1800" dirty="0">
              <a:latin typeface="Arial" panose="020B0604020202020204" pitchFamily="34" charset="0"/>
              <a:ea typeface="SimHei" panose="02010609060101010101" pitchFamily="49" charset="-122"/>
            </a:endParaRPr>
          </a:p>
          <a:p>
            <a:pPr algn="just"/>
            <a:r>
              <a:rPr lang="en-US" dirty="0">
                <a:solidFill>
                  <a:srgbClr val="0070C0"/>
                </a:solidFill>
                <a:latin typeface="Arial" panose="020B0604020202020204" pitchFamily="34" charset="0"/>
                <a:ea typeface="SimHei" panose="02010609060101010101" pitchFamily="49" charset="-122"/>
              </a:rPr>
              <a:t># </a:t>
            </a:r>
            <a:r>
              <a:rPr lang="zh-CN" altLang="en-US" dirty="0">
                <a:solidFill>
                  <a:srgbClr val="0070C0"/>
                </a:solidFill>
                <a:latin typeface="Arial" panose="020B0604020202020204" pitchFamily="34" charset="0"/>
                <a:ea typeface="SimHei" panose="02010609060101010101" pitchFamily="49" charset="-122"/>
              </a:rPr>
              <a:t>运行测试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altLang="zh-CN" dirty="0">
                <a:latin typeface="Arial" panose="020B0604020202020204" pitchFamily="34" charset="0"/>
                <a:ea typeface="SimHei" panose="02010609060101010101" pitchFamily="49" charset="-122"/>
              </a:rPr>
              <a:t>./</a:t>
            </a:r>
            <a:r>
              <a:rPr lang="en-US" sz="2000" dirty="0" err="1">
                <a:latin typeface="Arial" panose="020B0604020202020204" pitchFamily="34" charset="0"/>
                <a:ea typeface="SimHei" panose="02010609060101010101" pitchFamily="49" charset="-122"/>
              </a:rPr>
              <a:t>test_cjson</a:t>
            </a:r>
            <a:endParaRPr lang="en-US" dirty="0">
              <a:latin typeface="Arial" panose="020B0604020202020204" pitchFamily="34" charset="0"/>
              <a:ea typeface="SimHei" panose="02010609060101010101" pitchFamily="49" charset="-122"/>
            </a:endParaRPr>
          </a:p>
          <a:p>
            <a:pPr algn="just"/>
            <a:endParaRPr lang="en-CN" dirty="0">
              <a:latin typeface="Arial" panose="020B0604020202020204" pitchFamily="34" charset="0"/>
              <a:ea typeface="SimHei" panose="02010609060101010101" pitchFamily="49" charset="-122"/>
            </a:endParaRP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E0A3E418-1753-A110-D739-87EECBA718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fr-FR"/>
              <a:t>  </a:t>
            </a:r>
            <a:fld id="{E2F07B82-4858-4E29-890E-CAF1CE3CC11A}" type="slidenum">
              <a:rPr lang="fr-FR" smtClean="0"/>
              <a:pPr/>
              <a:t>10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24264699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CCB9B0-27EF-4CB3-D181-B9B637D170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9D9254B-4C3A-7602-AB82-A4FBC343F0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9315" y="350838"/>
            <a:ext cx="7540625" cy="1143000"/>
          </a:xfrm>
        </p:spPr>
        <p:txBody>
          <a:bodyPr/>
          <a:lstStyle/>
          <a:p>
            <a:r>
              <a:rPr lang="zh-CN" altLang="en-US" dirty="0"/>
              <a:t>自动化测试实践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2D801AD-2E6E-761A-F17B-92462E198D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69314" y="1440520"/>
            <a:ext cx="7540625" cy="4674529"/>
          </a:xfrm>
        </p:spPr>
        <p:txBody>
          <a:bodyPr/>
          <a:lstStyle/>
          <a:p>
            <a:pPr algn="just"/>
            <a:r>
              <a:rPr lang="zh-CN" altLang="en-US" sz="2400" dirty="0">
                <a:solidFill>
                  <a:schemeClr val="accent1"/>
                </a:solidFill>
              </a:rPr>
              <a:t>使用 </a:t>
            </a:r>
            <a:r>
              <a:rPr lang="en-US" altLang="zh-CN" sz="2400" dirty="0" err="1">
                <a:solidFill>
                  <a:schemeClr val="accent1"/>
                </a:solidFill>
              </a:rPr>
              <a:t>Makefile</a:t>
            </a:r>
            <a:r>
              <a:rPr lang="zh-CN" altLang="en-US" sz="2400" dirty="0">
                <a:solidFill>
                  <a:schemeClr val="accent1"/>
                </a:solidFill>
              </a:rPr>
              <a:t> 封装编译运行命令（参考）</a:t>
            </a:r>
            <a:endParaRPr lang="en-US" altLang="zh-CN" sz="2400" dirty="0">
              <a:solidFill>
                <a:schemeClr val="accent1"/>
              </a:solidFill>
            </a:endParaRPr>
          </a:p>
          <a:p>
            <a:pPr algn="just"/>
            <a:r>
              <a:rPr lang="en-US" altLang="zh-CN" dirty="0">
                <a:solidFill>
                  <a:srgbClr val="0070C0"/>
                </a:solidFill>
                <a:latin typeface="Arial" panose="020B0604020202020204" pitchFamily="34" charset="0"/>
                <a:ea typeface="SimHei" panose="02010609060101010101" pitchFamily="49" charset="-122"/>
              </a:rPr>
              <a:t># </a:t>
            </a:r>
            <a:r>
              <a:rPr lang="zh-CN" altLang="en-US" dirty="0">
                <a:solidFill>
                  <a:srgbClr val="0070C0"/>
                </a:solidFill>
                <a:latin typeface="Arial" panose="020B0604020202020204" pitchFamily="34" charset="0"/>
                <a:ea typeface="SimHei" panose="02010609060101010101" pitchFamily="49" charset="-122"/>
              </a:rPr>
              <a:t>合并覆盖率数据（可选）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dirty="0" err="1">
                <a:latin typeface="Arial" panose="020B0604020202020204" pitchFamily="34" charset="0"/>
                <a:ea typeface="SimHei" panose="02010609060101010101" pitchFamily="49" charset="-122"/>
              </a:rPr>
              <a:t>llvm-profdata</a:t>
            </a:r>
            <a:r>
              <a:rPr lang="en-US" dirty="0">
                <a:latin typeface="Arial" panose="020B0604020202020204" pitchFamily="34" charset="0"/>
                <a:ea typeface="SimHei" panose="02010609060101010101" pitchFamily="49" charset="-122"/>
              </a:rPr>
              <a:t> merge -sparse </a:t>
            </a:r>
            <a:r>
              <a:rPr lang="en-US" dirty="0" err="1">
                <a:latin typeface="Arial" panose="020B0604020202020204" pitchFamily="34" charset="0"/>
                <a:ea typeface="SimHei" panose="02010609060101010101" pitchFamily="49" charset="-122"/>
              </a:rPr>
              <a:t>default.profraw</a:t>
            </a:r>
            <a:r>
              <a:rPr lang="en-US" dirty="0">
                <a:latin typeface="Arial" panose="020B0604020202020204" pitchFamily="34" charset="0"/>
                <a:ea typeface="SimHei" panose="02010609060101010101" pitchFamily="49" charset="-122"/>
              </a:rPr>
              <a:t> -o </a:t>
            </a:r>
            <a:r>
              <a:rPr lang="en-US" dirty="0" err="1">
                <a:latin typeface="Arial" panose="020B0604020202020204" pitchFamily="34" charset="0"/>
                <a:ea typeface="SimHei" panose="02010609060101010101" pitchFamily="49" charset="-122"/>
              </a:rPr>
              <a:t>example.profdata</a:t>
            </a:r>
            <a:endParaRPr lang="en-US" dirty="0">
              <a:latin typeface="Arial" panose="020B0604020202020204" pitchFamily="34" charset="0"/>
              <a:ea typeface="SimHei" panose="02010609060101010101" pitchFamily="49" charset="-122"/>
            </a:endParaRPr>
          </a:p>
          <a:p>
            <a:pPr algn="just"/>
            <a:r>
              <a:rPr lang="en-US" dirty="0">
                <a:solidFill>
                  <a:srgbClr val="0070C0"/>
                </a:solidFill>
                <a:latin typeface="Arial" panose="020B0604020202020204" pitchFamily="34" charset="0"/>
                <a:ea typeface="SimHei" panose="02010609060101010101" pitchFamily="49" charset="-122"/>
              </a:rPr>
              <a:t># </a:t>
            </a:r>
            <a:r>
              <a:rPr lang="zh-CN" altLang="en-US" dirty="0">
                <a:solidFill>
                  <a:srgbClr val="0070C0"/>
                </a:solidFill>
                <a:latin typeface="Arial" panose="020B0604020202020204" pitchFamily="34" charset="0"/>
                <a:ea typeface="SimHei" panose="02010609060101010101" pitchFamily="49" charset="-122"/>
              </a:rPr>
              <a:t>生成文本报告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dirty="0" err="1">
                <a:latin typeface="Arial" panose="020B0604020202020204" pitchFamily="34" charset="0"/>
                <a:ea typeface="SimHei" panose="02010609060101010101" pitchFamily="49" charset="-122"/>
              </a:rPr>
              <a:t>llvm-cov</a:t>
            </a:r>
            <a:r>
              <a:rPr lang="en-US" dirty="0">
                <a:latin typeface="Arial" panose="020B0604020202020204" pitchFamily="34" charset="0"/>
                <a:ea typeface="SimHei" panose="02010609060101010101" pitchFamily="49" charset="-122"/>
              </a:rPr>
              <a:t> report ./</a:t>
            </a:r>
            <a:r>
              <a:rPr lang="en-US" dirty="0" err="1">
                <a:latin typeface="Arial" panose="020B0604020202020204" pitchFamily="34" charset="0"/>
                <a:ea typeface="SimHei" panose="02010609060101010101" pitchFamily="49" charset="-122"/>
              </a:rPr>
              <a:t>test_cjson</a:t>
            </a:r>
            <a:r>
              <a:rPr lang="en-US" dirty="0">
                <a:latin typeface="Arial" panose="020B0604020202020204" pitchFamily="34" charset="0"/>
                <a:ea typeface="SimHei" panose="02010609060101010101" pitchFamily="49" charset="-122"/>
              </a:rPr>
              <a:t> -</a:t>
            </a:r>
            <a:r>
              <a:rPr lang="en-US" dirty="0" err="1">
                <a:latin typeface="Arial" panose="020B0604020202020204" pitchFamily="34" charset="0"/>
                <a:ea typeface="SimHei" panose="02010609060101010101" pitchFamily="49" charset="-122"/>
              </a:rPr>
              <a:t>instr</a:t>
            </a:r>
            <a:r>
              <a:rPr lang="en-US" dirty="0">
                <a:latin typeface="Arial" panose="020B0604020202020204" pitchFamily="34" charset="0"/>
                <a:ea typeface="SimHei" panose="02010609060101010101" pitchFamily="49" charset="-122"/>
              </a:rPr>
              <a:t>-profile=</a:t>
            </a:r>
            <a:r>
              <a:rPr lang="en-US" dirty="0" err="1">
                <a:latin typeface="Arial" panose="020B0604020202020204" pitchFamily="34" charset="0"/>
                <a:ea typeface="SimHei" panose="02010609060101010101" pitchFamily="49" charset="-122"/>
              </a:rPr>
              <a:t>example.profdata</a:t>
            </a:r>
            <a:r>
              <a:rPr lang="en-US" dirty="0">
                <a:latin typeface="Arial" panose="020B0604020202020204" pitchFamily="34" charset="0"/>
                <a:ea typeface="SimHei" panose="02010609060101010101" pitchFamily="49" charset="-122"/>
              </a:rPr>
              <a:t> ./</a:t>
            </a:r>
            <a:r>
              <a:rPr lang="en-US" dirty="0" err="1">
                <a:latin typeface="Arial" panose="020B0604020202020204" pitchFamily="34" charset="0"/>
                <a:ea typeface="SimHei" panose="02010609060101010101" pitchFamily="49" charset="-122"/>
              </a:rPr>
              <a:t>example.c</a:t>
            </a:r>
            <a:endParaRPr lang="en-US" dirty="0">
              <a:latin typeface="Arial" panose="020B0604020202020204" pitchFamily="34" charset="0"/>
              <a:ea typeface="SimHei" panose="02010609060101010101" pitchFamily="49" charset="-122"/>
            </a:endParaRPr>
          </a:p>
          <a:p>
            <a:pPr algn="just"/>
            <a:r>
              <a:rPr lang="en-US" dirty="0">
                <a:solidFill>
                  <a:srgbClr val="0070C0"/>
                </a:solidFill>
                <a:latin typeface="Arial" panose="020B0604020202020204" pitchFamily="34" charset="0"/>
                <a:ea typeface="SimHei" panose="02010609060101010101" pitchFamily="49" charset="-122"/>
              </a:rPr>
              <a:t># </a:t>
            </a:r>
            <a:r>
              <a:rPr lang="zh-CN" altLang="en-US" dirty="0">
                <a:solidFill>
                  <a:srgbClr val="0070C0"/>
                </a:solidFill>
                <a:latin typeface="Arial" panose="020B0604020202020204" pitchFamily="34" charset="0"/>
                <a:ea typeface="SimHei" panose="02010609060101010101" pitchFamily="49" charset="-122"/>
              </a:rPr>
              <a:t>生成</a:t>
            </a:r>
            <a:r>
              <a:rPr lang="en-US" dirty="0">
                <a:solidFill>
                  <a:srgbClr val="0070C0"/>
                </a:solidFill>
                <a:latin typeface="Arial" panose="020B0604020202020204" pitchFamily="34" charset="0"/>
                <a:ea typeface="SimHei" panose="02010609060101010101" pitchFamily="49" charset="-122"/>
              </a:rPr>
              <a:t>HTML</a:t>
            </a:r>
            <a:r>
              <a:rPr lang="zh-CN" altLang="en-US" dirty="0">
                <a:solidFill>
                  <a:srgbClr val="0070C0"/>
                </a:solidFill>
                <a:latin typeface="Arial" panose="020B0604020202020204" pitchFamily="34" charset="0"/>
                <a:ea typeface="SimHei" panose="02010609060101010101" pitchFamily="49" charset="-122"/>
              </a:rPr>
              <a:t>报告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dirty="0" err="1">
                <a:latin typeface="Arial" panose="020B0604020202020204" pitchFamily="34" charset="0"/>
                <a:ea typeface="SimHei" panose="02010609060101010101" pitchFamily="49" charset="-122"/>
              </a:rPr>
              <a:t>llvm-cov</a:t>
            </a:r>
            <a:r>
              <a:rPr lang="en-US" dirty="0">
                <a:latin typeface="Arial" panose="020B0604020202020204" pitchFamily="34" charset="0"/>
                <a:ea typeface="SimHei" panose="02010609060101010101" pitchFamily="49" charset="-122"/>
              </a:rPr>
              <a:t> show ./</a:t>
            </a:r>
            <a:r>
              <a:rPr lang="en-US" dirty="0" err="1">
                <a:latin typeface="Arial" panose="020B0604020202020204" pitchFamily="34" charset="0"/>
                <a:ea typeface="SimHei" panose="02010609060101010101" pitchFamily="49" charset="-122"/>
              </a:rPr>
              <a:t>test_cjson</a:t>
            </a:r>
            <a:r>
              <a:rPr lang="en-US" dirty="0">
                <a:latin typeface="Arial" panose="020B0604020202020204" pitchFamily="34" charset="0"/>
                <a:ea typeface="SimHei" panose="02010609060101010101" pitchFamily="49" charset="-122"/>
              </a:rPr>
              <a:t> -</a:t>
            </a:r>
            <a:r>
              <a:rPr lang="en-US" dirty="0" err="1">
                <a:latin typeface="Arial" panose="020B0604020202020204" pitchFamily="34" charset="0"/>
                <a:ea typeface="SimHei" panose="02010609060101010101" pitchFamily="49" charset="-122"/>
              </a:rPr>
              <a:t>instr</a:t>
            </a:r>
            <a:r>
              <a:rPr lang="en-US" dirty="0">
                <a:latin typeface="Arial" panose="020B0604020202020204" pitchFamily="34" charset="0"/>
                <a:ea typeface="SimHei" panose="02010609060101010101" pitchFamily="49" charset="-122"/>
              </a:rPr>
              <a:t>-profile=</a:t>
            </a:r>
            <a:r>
              <a:rPr lang="en-US" dirty="0" err="1">
                <a:latin typeface="Arial" panose="020B0604020202020204" pitchFamily="34" charset="0"/>
                <a:ea typeface="SimHei" panose="02010609060101010101" pitchFamily="49" charset="-122"/>
              </a:rPr>
              <a:t>example.profdata</a:t>
            </a:r>
            <a:r>
              <a:rPr lang="en-US" dirty="0">
                <a:latin typeface="Arial" panose="020B0604020202020204" pitchFamily="34" charset="0"/>
                <a:ea typeface="SimHei" panose="02010609060101010101" pitchFamily="49" charset="-122"/>
              </a:rPr>
              <a:t> -format=html -output-</a:t>
            </a:r>
            <a:r>
              <a:rPr lang="en-US" dirty="0" err="1">
                <a:latin typeface="Arial" panose="020B0604020202020204" pitchFamily="34" charset="0"/>
                <a:ea typeface="SimHei" panose="02010609060101010101" pitchFamily="49" charset="-122"/>
              </a:rPr>
              <a:t>dir</a:t>
            </a:r>
            <a:r>
              <a:rPr lang="en-US" dirty="0">
                <a:latin typeface="Arial" panose="020B0604020202020204" pitchFamily="34" charset="0"/>
                <a:ea typeface="SimHei" panose="02010609060101010101" pitchFamily="49" charset="-122"/>
              </a:rPr>
              <a:t>=./output -show-line-counts-or-regions -show-branches=count /path/to/</a:t>
            </a:r>
            <a:r>
              <a:rPr lang="en-US" dirty="0" err="1">
                <a:latin typeface="Arial" panose="020B0604020202020204" pitchFamily="34" charset="0"/>
                <a:ea typeface="SimHei" panose="02010609060101010101" pitchFamily="49" charset="-122"/>
              </a:rPr>
              <a:t>cJSON.c</a:t>
            </a:r>
            <a:endParaRPr lang="en-US" dirty="0">
              <a:latin typeface="Arial" panose="020B0604020202020204" pitchFamily="34" charset="0"/>
              <a:ea typeface="SimHei" panose="02010609060101010101" pitchFamily="49" charset="-122"/>
            </a:endParaRPr>
          </a:p>
          <a:p>
            <a:pPr algn="just"/>
            <a:endParaRPr lang="en-US" altLang="zh-CN" dirty="0">
              <a:latin typeface="Arial" panose="020B0604020202020204" pitchFamily="34" charset="0"/>
              <a:ea typeface="SimHei" panose="02010609060101010101" pitchFamily="49" charset="-122"/>
            </a:endParaRP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6077AA9F-1357-E4ED-492F-2AA7558830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fr-FR"/>
              <a:t>  </a:t>
            </a:r>
            <a:fld id="{E2F07B82-4858-4E29-890E-CAF1CE3CC11A}" type="slidenum">
              <a:rPr lang="fr-FR" smtClean="0"/>
              <a:pPr/>
              <a:t>11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90526464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0FAC73-B45E-CEB3-1B68-C7431E695E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ABB3A63-0025-1947-FABC-A5101AABE8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9315" y="350838"/>
            <a:ext cx="7540625" cy="1143000"/>
          </a:xfrm>
        </p:spPr>
        <p:txBody>
          <a:bodyPr/>
          <a:lstStyle/>
          <a:p>
            <a:r>
              <a:rPr lang="en-US" altLang="zh-CN" dirty="0"/>
              <a:t>GTest</a:t>
            </a:r>
            <a:r>
              <a:rPr lang="zh-CN" altLang="en-US" dirty="0"/>
              <a:t> 示例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2153979-B14A-DE05-8873-FE8B9EE141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fr-FR"/>
              <a:t>  </a:t>
            </a:r>
            <a:fld id="{E2F07B82-4858-4E29-890E-CAF1CE3CC11A}" type="slidenum">
              <a:rPr lang="fr-FR" smtClean="0"/>
              <a:pPr/>
              <a:t>12</a:t>
            </a:fld>
            <a:endParaRPr lang="fr-FR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3D1BEED-6128-267B-9CD8-D2B3035BBF4B}"/>
              </a:ext>
            </a:extLst>
          </p:cNvPr>
          <p:cNvSpPr txBox="1"/>
          <p:nvPr/>
        </p:nvSpPr>
        <p:spPr>
          <a:xfrm>
            <a:off x="1294130" y="1407794"/>
            <a:ext cx="7540625" cy="49244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TEST(CJSONTest, ParseSimpleObject) {</a:t>
            </a:r>
          </a:p>
          <a:p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  const char *json = "{\"name\":\"Alice\",\"age\":18}";</a:t>
            </a:r>
          </a:p>
          <a:p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  cJSON *root = </a:t>
            </a:r>
            <a:r>
              <a:rPr lang="en-US" sz="1600" dirty="0">
                <a:solidFill>
                  <a:srgbClr val="C00000"/>
                </a:solidFill>
                <a:effectLst/>
                <a:latin typeface="Menlo" panose="020B0609030804020204" pitchFamily="49" charset="0"/>
              </a:rPr>
              <a:t>cJSON_Parse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(json);</a:t>
            </a:r>
          </a:p>
          <a:p>
            <a:endParaRPr lang="en-US" sz="1600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  <a:p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  ASSERT_NE(root, nullptr);</a:t>
            </a:r>
            <a:b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</a:br>
            <a:endParaRPr lang="en-US" sz="1600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  <a:p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  cJSON *name = </a:t>
            </a:r>
            <a:r>
              <a:rPr lang="en-US" sz="1600" dirty="0">
                <a:solidFill>
                  <a:srgbClr val="C00000"/>
                </a:solidFill>
                <a:effectLst/>
                <a:latin typeface="Menlo" panose="020B0609030804020204" pitchFamily="49" charset="0"/>
              </a:rPr>
              <a:t>cJSON_GetObjectItem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(root, "name");</a:t>
            </a:r>
          </a:p>
          <a:p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  cJSON *age = </a:t>
            </a:r>
            <a:r>
              <a:rPr lang="en-US" sz="1600" dirty="0">
                <a:solidFill>
                  <a:srgbClr val="C00000"/>
                </a:solidFill>
                <a:effectLst/>
                <a:latin typeface="Menlo" panose="020B0609030804020204" pitchFamily="49" charset="0"/>
              </a:rPr>
              <a:t>cJSON_GetObjectItem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(root, "age");</a:t>
            </a:r>
            <a:b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</a:br>
            <a:endParaRPr lang="en-US" sz="1600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  <a:p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  ASSERT_NE(name, nullptr);</a:t>
            </a:r>
          </a:p>
          <a:p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  ASSERT_NE(age, nullptr);</a:t>
            </a:r>
          </a:p>
          <a:p>
            <a:endParaRPr lang="en-US" sz="1600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  <a:p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  EXPECT_TRUE(</a:t>
            </a:r>
            <a:r>
              <a:rPr lang="en-US" sz="1600" dirty="0" err="1">
                <a:solidFill>
                  <a:srgbClr val="C00000"/>
                </a:solidFill>
                <a:effectLst/>
                <a:latin typeface="Menlo" panose="020B0609030804020204" pitchFamily="49" charset="0"/>
              </a:rPr>
              <a:t>cJSON_IsString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(name));</a:t>
            </a:r>
          </a:p>
          <a:p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  EXPECT_TRUE(</a:t>
            </a:r>
            <a:r>
              <a:rPr lang="en-US" sz="1600" dirty="0" err="1">
                <a:solidFill>
                  <a:srgbClr val="C00000"/>
                </a:solidFill>
                <a:effectLst/>
                <a:latin typeface="Menlo" panose="020B0609030804020204" pitchFamily="49" charset="0"/>
              </a:rPr>
              <a:t>cJSON_IsNumber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(age));</a:t>
            </a:r>
          </a:p>
          <a:p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  EXPECT_STREQ(name-&gt;valuestring, "Alice");</a:t>
            </a:r>
          </a:p>
          <a:p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  EXPECT_EQ(age-&gt;valueint, 18);</a:t>
            </a:r>
            <a:b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</a:br>
            <a:endParaRPr lang="en-US" sz="1600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  <a:p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  </a:t>
            </a:r>
            <a:r>
              <a:rPr lang="en-US" sz="1600" dirty="0" err="1">
                <a:solidFill>
                  <a:srgbClr val="C00000"/>
                </a:solidFill>
                <a:effectLst/>
                <a:latin typeface="Menlo" panose="020B0609030804020204" pitchFamily="49" charset="0"/>
              </a:rPr>
              <a:t>cJSON_Delete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(root);</a:t>
            </a:r>
          </a:p>
          <a:p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74187342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017EEF-502E-A47C-D353-2F683D4ED9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720FA7B-198E-6E01-E369-8569069F56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9315" y="350838"/>
            <a:ext cx="7540625" cy="1143000"/>
          </a:xfrm>
        </p:spPr>
        <p:txBody>
          <a:bodyPr/>
          <a:lstStyle/>
          <a:p>
            <a:r>
              <a:rPr lang="en-US" altLang="zh-CN" dirty="0"/>
              <a:t>GTest</a:t>
            </a:r>
            <a:r>
              <a:rPr lang="zh-CN" altLang="en-US" dirty="0"/>
              <a:t> 示例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F224F2DC-8331-981C-6280-20364A479F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fr-FR"/>
              <a:t>  </a:t>
            </a:r>
            <a:fld id="{E2F07B82-4858-4E29-890E-CAF1CE3CC11A}" type="slidenum">
              <a:rPr lang="fr-FR" smtClean="0"/>
              <a:pPr/>
              <a:t>13</a:t>
            </a:fld>
            <a:endParaRPr lang="fr-FR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C35BE49-6D3B-1E0A-C76C-A8AED51ADBF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1192" y="1673252"/>
            <a:ext cx="8952808" cy="42817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82715146"/>
      </p:ext>
    </p:extLst>
  </p:cSld>
  <p:clrMapOvr>
    <a:masterClrMapping/>
  </p:clrMapOvr>
</p:sld>
</file>

<file path=ppt/theme/theme1.xml><?xml version="1.0" encoding="utf-8"?>
<a:theme xmlns:a="http://schemas.openxmlformats.org/drawingml/2006/main" name="GCM@Middleware'11 - Aurelien Bourdon">
  <a:themeElements>
    <a:clrScheme name="masque_PPT 1">
      <a:dk1>
        <a:srgbClr val="000000"/>
      </a:dk1>
      <a:lt1>
        <a:srgbClr val="FFFFFF"/>
      </a:lt1>
      <a:dk2>
        <a:srgbClr val="808080"/>
      </a:dk2>
      <a:lt2>
        <a:srgbClr val="E1001A"/>
      </a:lt2>
      <a:accent1>
        <a:srgbClr val="1C4672"/>
      </a:accent1>
      <a:accent2>
        <a:srgbClr val="2C972E"/>
      </a:accent2>
      <a:accent3>
        <a:srgbClr val="FFFFFF"/>
      </a:accent3>
      <a:accent4>
        <a:srgbClr val="000000"/>
      </a:accent4>
      <a:accent5>
        <a:srgbClr val="ABB0BC"/>
      </a:accent5>
      <a:accent6>
        <a:srgbClr val="278829"/>
      </a:accent6>
      <a:hlink>
        <a:srgbClr val="732B4A"/>
      </a:hlink>
      <a:folHlink>
        <a:srgbClr val="595C6D"/>
      </a:folHlink>
    </a:clrScheme>
    <a:fontScheme name="masque_PPT">
      <a:majorFont>
        <a:latin typeface="Arial"/>
        <a:ea typeface=""/>
        <a:cs typeface="Arial"/>
      </a:majorFont>
      <a:minorFont>
        <a:latin typeface="Arial"/>
        <a:ea typeface="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masque_PPT 1">
        <a:dk1>
          <a:srgbClr val="000000"/>
        </a:dk1>
        <a:lt1>
          <a:srgbClr val="FFFFFF"/>
        </a:lt1>
        <a:dk2>
          <a:srgbClr val="808080"/>
        </a:dk2>
        <a:lt2>
          <a:srgbClr val="E1001A"/>
        </a:lt2>
        <a:accent1>
          <a:srgbClr val="1C4672"/>
        </a:accent1>
        <a:accent2>
          <a:srgbClr val="2C972E"/>
        </a:accent2>
        <a:accent3>
          <a:srgbClr val="FFFFFF"/>
        </a:accent3>
        <a:accent4>
          <a:srgbClr val="000000"/>
        </a:accent4>
        <a:accent5>
          <a:srgbClr val="ABB0BC"/>
        </a:accent5>
        <a:accent6>
          <a:srgbClr val="278829"/>
        </a:accent6>
        <a:hlink>
          <a:srgbClr val="732B4A"/>
        </a:hlink>
        <a:folHlink>
          <a:srgbClr val="595C6D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Couv visuel et sommaire">
  <a:themeElements>
    <a:clrScheme name="Couv visuel et sommaire 1">
      <a:dk1>
        <a:srgbClr val="000000"/>
      </a:dk1>
      <a:lt1>
        <a:srgbClr val="FFFFFF"/>
      </a:lt1>
      <a:dk2>
        <a:srgbClr val="808080"/>
      </a:dk2>
      <a:lt2>
        <a:srgbClr val="E1001A"/>
      </a:lt2>
      <a:accent1>
        <a:srgbClr val="1C4672"/>
      </a:accent1>
      <a:accent2>
        <a:srgbClr val="2C972E"/>
      </a:accent2>
      <a:accent3>
        <a:srgbClr val="FFFFFF"/>
      </a:accent3>
      <a:accent4>
        <a:srgbClr val="000000"/>
      </a:accent4>
      <a:accent5>
        <a:srgbClr val="ABB0BC"/>
      </a:accent5>
      <a:accent6>
        <a:srgbClr val="278829"/>
      </a:accent6>
      <a:hlink>
        <a:srgbClr val="732B4A"/>
      </a:hlink>
      <a:folHlink>
        <a:srgbClr val="595C6D"/>
      </a:folHlink>
    </a:clrScheme>
    <a:fontScheme name="Couv visuel et sommaire">
      <a:majorFont>
        <a:latin typeface="Arial"/>
        <a:ea typeface=""/>
        <a:cs typeface="Arial"/>
      </a:majorFont>
      <a:minorFont>
        <a:latin typeface="Arial"/>
        <a:ea typeface="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Couv visuel et sommaire 1">
        <a:dk1>
          <a:srgbClr val="000000"/>
        </a:dk1>
        <a:lt1>
          <a:srgbClr val="FFFFFF"/>
        </a:lt1>
        <a:dk2>
          <a:srgbClr val="808080"/>
        </a:dk2>
        <a:lt2>
          <a:srgbClr val="E1001A"/>
        </a:lt2>
        <a:accent1>
          <a:srgbClr val="1C4672"/>
        </a:accent1>
        <a:accent2>
          <a:srgbClr val="2C972E"/>
        </a:accent2>
        <a:accent3>
          <a:srgbClr val="FFFFFF"/>
        </a:accent3>
        <a:accent4>
          <a:srgbClr val="000000"/>
        </a:accent4>
        <a:accent5>
          <a:srgbClr val="ABB0BC"/>
        </a:accent5>
        <a:accent6>
          <a:srgbClr val="278829"/>
        </a:accent6>
        <a:hlink>
          <a:srgbClr val="732B4A"/>
        </a:hlink>
        <a:folHlink>
          <a:srgbClr val="595C6D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3.xml><?xml version="1.0" encoding="utf-8"?>
<a:theme xmlns:a="http://schemas.openxmlformats.org/drawingml/2006/main" name="Couv logo equipe  et dernière">
  <a:themeElements>
    <a:clrScheme name="Couv logo equipe  et dernière 1">
      <a:dk1>
        <a:srgbClr val="000000"/>
      </a:dk1>
      <a:lt1>
        <a:srgbClr val="FFFFFF"/>
      </a:lt1>
      <a:dk2>
        <a:srgbClr val="808080"/>
      </a:dk2>
      <a:lt2>
        <a:srgbClr val="E1001A"/>
      </a:lt2>
      <a:accent1>
        <a:srgbClr val="1C4672"/>
      </a:accent1>
      <a:accent2>
        <a:srgbClr val="2C972E"/>
      </a:accent2>
      <a:accent3>
        <a:srgbClr val="FFFFFF"/>
      </a:accent3>
      <a:accent4>
        <a:srgbClr val="000000"/>
      </a:accent4>
      <a:accent5>
        <a:srgbClr val="ABB0BC"/>
      </a:accent5>
      <a:accent6>
        <a:srgbClr val="278829"/>
      </a:accent6>
      <a:hlink>
        <a:srgbClr val="732B4A"/>
      </a:hlink>
      <a:folHlink>
        <a:srgbClr val="595C6D"/>
      </a:folHlink>
    </a:clrScheme>
    <a:fontScheme name="Couv logo equipe  et dernière">
      <a:majorFont>
        <a:latin typeface="Arial"/>
        <a:ea typeface=""/>
        <a:cs typeface="Arial"/>
      </a:majorFont>
      <a:minorFont>
        <a:latin typeface="Arial"/>
        <a:ea typeface="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Couv logo equipe  et dernière 1">
        <a:dk1>
          <a:srgbClr val="000000"/>
        </a:dk1>
        <a:lt1>
          <a:srgbClr val="FFFFFF"/>
        </a:lt1>
        <a:dk2>
          <a:srgbClr val="808080"/>
        </a:dk2>
        <a:lt2>
          <a:srgbClr val="E1001A"/>
        </a:lt2>
        <a:accent1>
          <a:srgbClr val="1C4672"/>
        </a:accent1>
        <a:accent2>
          <a:srgbClr val="2C972E"/>
        </a:accent2>
        <a:accent3>
          <a:srgbClr val="FFFFFF"/>
        </a:accent3>
        <a:accent4>
          <a:srgbClr val="000000"/>
        </a:accent4>
        <a:accent5>
          <a:srgbClr val="ABB0BC"/>
        </a:accent5>
        <a:accent6>
          <a:srgbClr val="278829"/>
        </a:accent6>
        <a:hlink>
          <a:srgbClr val="732B4A"/>
        </a:hlink>
        <a:folHlink>
          <a:srgbClr val="595C6D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4.xml><?xml version="1.0" encoding="utf-8"?>
<a:theme xmlns:a="http://schemas.openxmlformats.org/drawingml/2006/main" name="Texte et chapitre rouge">
  <a:themeElements>
    <a:clrScheme name="Texte et chapitre rouge 1">
      <a:dk1>
        <a:srgbClr val="000000"/>
      </a:dk1>
      <a:lt1>
        <a:srgbClr val="FFFFFF"/>
      </a:lt1>
      <a:dk2>
        <a:srgbClr val="808080"/>
      </a:dk2>
      <a:lt2>
        <a:srgbClr val="E1001A"/>
      </a:lt2>
      <a:accent1>
        <a:srgbClr val="1C4672"/>
      </a:accent1>
      <a:accent2>
        <a:srgbClr val="2C972E"/>
      </a:accent2>
      <a:accent3>
        <a:srgbClr val="FFFFFF"/>
      </a:accent3>
      <a:accent4>
        <a:srgbClr val="000000"/>
      </a:accent4>
      <a:accent5>
        <a:srgbClr val="ABB0BC"/>
      </a:accent5>
      <a:accent6>
        <a:srgbClr val="278829"/>
      </a:accent6>
      <a:hlink>
        <a:srgbClr val="732B4A"/>
      </a:hlink>
      <a:folHlink>
        <a:srgbClr val="595C6D"/>
      </a:folHlink>
    </a:clrScheme>
    <a:fontScheme name="Texte et chapitre rouge">
      <a:majorFont>
        <a:latin typeface="Arial"/>
        <a:ea typeface=""/>
        <a:cs typeface="Arial"/>
      </a:majorFont>
      <a:minorFont>
        <a:latin typeface="Arial"/>
        <a:ea typeface="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Texte et chapitre rouge 1">
        <a:dk1>
          <a:srgbClr val="000000"/>
        </a:dk1>
        <a:lt1>
          <a:srgbClr val="FFFFFF"/>
        </a:lt1>
        <a:dk2>
          <a:srgbClr val="808080"/>
        </a:dk2>
        <a:lt2>
          <a:srgbClr val="E1001A"/>
        </a:lt2>
        <a:accent1>
          <a:srgbClr val="1C4672"/>
        </a:accent1>
        <a:accent2>
          <a:srgbClr val="2C972E"/>
        </a:accent2>
        <a:accent3>
          <a:srgbClr val="FFFFFF"/>
        </a:accent3>
        <a:accent4>
          <a:srgbClr val="000000"/>
        </a:accent4>
        <a:accent5>
          <a:srgbClr val="ABB0BC"/>
        </a:accent5>
        <a:accent6>
          <a:srgbClr val="278829"/>
        </a:accent6>
        <a:hlink>
          <a:srgbClr val="732B4A"/>
        </a:hlink>
        <a:folHlink>
          <a:srgbClr val="595C6D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5.xml><?xml version="1.0" encoding="utf-8"?>
<a:theme xmlns:a="http://schemas.openxmlformats.org/drawingml/2006/main" name="Texte et chapitre bleu">
  <a:themeElements>
    <a:clrScheme name="Texte et chapitre bleu 1">
      <a:dk1>
        <a:srgbClr val="000000"/>
      </a:dk1>
      <a:lt1>
        <a:srgbClr val="FFFFFF"/>
      </a:lt1>
      <a:dk2>
        <a:srgbClr val="808080"/>
      </a:dk2>
      <a:lt2>
        <a:srgbClr val="E1001A"/>
      </a:lt2>
      <a:accent1>
        <a:srgbClr val="1C4672"/>
      </a:accent1>
      <a:accent2>
        <a:srgbClr val="2C972E"/>
      </a:accent2>
      <a:accent3>
        <a:srgbClr val="FFFFFF"/>
      </a:accent3>
      <a:accent4>
        <a:srgbClr val="000000"/>
      </a:accent4>
      <a:accent5>
        <a:srgbClr val="ABB0BC"/>
      </a:accent5>
      <a:accent6>
        <a:srgbClr val="278829"/>
      </a:accent6>
      <a:hlink>
        <a:srgbClr val="732B4A"/>
      </a:hlink>
      <a:folHlink>
        <a:srgbClr val="595C6D"/>
      </a:folHlink>
    </a:clrScheme>
    <a:fontScheme name="Texte et chapitre bleu">
      <a:majorFont>
        <a:latin typeface="Arial"/>
        <a:ea typeface=""/>
        <a:cs typeface="Arial"/>
      </a:majorFont>
      <a:minorFont>
        <a:latin typeface="Arial"/>
        <a:ea typeface="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Texte et chapitre bleu 1">
        <a:dk1>
          <a:srgbClr val="000000"/>
        </a:dk1>
        <a:lt1>
          <a:srgbClr val="FFFFFF"/>
        </a:lt1>
        <a:dk2>
          <a:srgbClr val="808080"/>
        </a:dk2>
        <a:lt2>
          <a:srgbClr val="E1001A"/>
        </a:lt2>
        <a:accent1>
          <a:srgbClr val="1C4672"/>
        </a:accent1>
        <a:accent2>
          <a:srgbClr val="2C972E"/>
        </a:accent2>
        <a:accent3>
          <a:srgbClr val="FFFFFF"/>
        </a:accent3>
        <a:accent4>
          <a:srgbClr val="000000"/>
        </a:accent4>
        <a:accent5>
          <a:srgbClr val="ABB0BC"/>
        </a:accent5>
        <a:accent6>
          <a:srgbClr val="278829"/>
        </a:accent6>
        <a:hlink>
          <a:srgbClr val="732B4A"/>
        </a:hlink>
        <a:folHlink>
          <a:srgbClr val="595C6D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6.xml><?xml version="1.0" encoding="utf-8"?>
<a:theme xmlns:a="http://schemas.openxmlformats.org/drawingml/2006/main" name="Texte et chapitre vert">
  <a:themeElements>
    <a:clrScheme name="Texte et chapitre vert 1">
      <a:dk1>
        <a:srgbClr val="000000"/>
      </a:dk1>
      <a:lt1>
        <a:srgbClr val="FFFFFF"/>
      </a:lt1>
      <a:dk2>
        <a:srgbClr val="808080"/>
      </a:dk2>
      <a:lt2>
        <a:srgbClr val="E1001A"/>
      </a:lt2>
      <a:accent1>
        <a:srgbClr val="1C4672"/>
      </a:accent1>
      <a:accent2>
        <a:srgbClr val="2C972E"/>
      </a:accent2>
      <a:accent3>
        <a:srgbClr val="FFFFFF"/>
      </a:accent3>
      <a:accent4>
        <a:srgbClr val="000000"/>
      </a:accent4>
      <a:accent5>
        <a:srgbClr val="ABB0BC"/>
      </a:accent5>
      <a:accent6>
        <a:srgbClr val="278829"/>
      </a:accent6>
      <a:hlink>
        <a:srgbClr val="732B4A"/>
      </a:hlink>
      <a:folHlink>
        <a:srgbClr val="595C6D"/>
      </a:folHlink>
    </a:clrScheme>
    <a:fontScheme name="Texte et chapitre vert">
      <a:majorFont>
        <a:latin typeface="Arial"/>
        <a:ea typeface=""/>
        <a:cs typeface="Arial"/>
      </a:majorFont>
      <a:minorFont>
        <a:latin typeface="Arial"/>
        <a:ea typeface="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Texte et chapitre vert 1">
        <a:dk1>
          <a:srgbClr val="000000"/>
        </a:dk1>
        <a:lt1>
          <a:srgbClr val="FFFFFF"/>
        </a:lt1>
        <a:dk2>
          <a:srgbClr val="808080"/>
        </a:dk2>
        <a:lt2>
          <a:srgbClr val="E1001A"/>
        </a:lt2>
        <a:accent1>
          <a:srgbClr val="1C4672"/>
        </a:accent1>
        <a:accent2>
          <a:srgbClr val="2C972E"/>
        </a:accent2>
        <a:accent3>
          <a:srgbClr val="FFFFFF"/>
        </a:accent3>
        <a:accent4>
          <a:srgbClr val="000000"/>
        </a:accent4>
        <a:accent5>
          <a:srgbClr val="ABB0BC"/>
        </a:accent5>
        <a:accent6>
          <a:srgbClr val="278829"/>
        </a:accent6>
        <a:hlink>
          <a:srgbClr val="732B4A"/>
        </a:hlink>
        <a:folHlink>
          <a:srgbClr val="595C6D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7.xml><?xml version="1.0" encoding="utf-8"?>
<a:theme xmlns:a="http://schemas.openxmlformats.org/drawingml/2006/main" name="Texte et chapitre violet">
  <a:themeElements>
    <a:clrScheme name="Texte et chapitre violet 1">
      <a:dk1>
        <a:srgbClr val="000000"/>
      </a:dk1>
      <a:lt1>
        <a:srgbClr val="FFFFFF"/>
      </a:lt1>
      <a:dk2>
        <a:srgbClr val="808080"/>
      </a:dk2>
      <a:lt2>
        <a:srgbClr val="E1001A"/>
      </a:lt2>
      <a:accent1>
        <a:srgbClr val="1C4672"/>
      </a:accent1>
      <a:accent2>
        <a:srgbClr val="2C972E"/>
      </a:accent2>
      <a:accent3>
        <a:srgbClr val="FFFFFF"/>
      </a:accent3>
      <a:accent4>
        <a:srgbClr val="000000"/>
      </a:accent4>
      <a:accent5>
        <a:srgbClr val="ABB0BC"/>
      </a:accent5>
      <a:accent6>
        <a:srgbClr val="278829"/>
      </a:accent6>
      <a:hlink>
        <a:srgbClr val="732B4A"/>
      </a:hlink>
      <a:folHlink>
        <a:srgbClr val="595C6D"/>
      </a:folHlink>
    </a:clrScheme>
    <a:fontScheme name="Texte et chapitre violet">
      <a:majorFont>
        <a:latin typeface="Arial"/>
        <a:ea typeface=""/>
        <a:cs typeface="Arial"/>
      </a:majorFont>
      <a:minorFont>
        <a:latin typeface="Arial"/>
        <a:ea typeface="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Texte et chapitre violet 1">
        <a:dk1>
          <a:srgbClr val="000000"/>
        </a:dk1>
        <a:lt1>
          <a:srgbClr val="FFFFFF"/>
        </a:lt1>
        <a:dk2>
          <a:srgbClr val="808080"/>
        </a:dk2>
        <a:lt2>
          <a:srgbClr val="E1001A"/>
        </a:lt2>
        <a:accent1>
          <a:srgbClr val="1C4672"/>
        </a:accent1>
        <a:accent2>
          <a:srgbClr val="2C972E"/>
        </a:accent2>
        <a:accent3>
          <a:srgbClr val="FFFFFF"/>
        </a:accent3>
        <a:accent4>
          <a:srgbClr val="000000"/>
        </a:accent4>
        <a:accent5>
          <a:srgbClr val="ABB0BC"/>
        </a:accent5>
        <a:accent6>
          <a:srgbClr val="278829"/>
        </a:accent6>
        <a:hlink>
          <a:srgbClr val="732B4A"/>
        </a:hlink>
        <a:folHlink>
          <a:srgbClr val="595C6D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8.xml><?xml version="1.0" encoding="utf-8"?>
<a:theme xmlns:a="http://schemas.openxmlformats.org/drawingml/2006/main" name="Texte et chapitre gris">
  <a:themeElements>
    <a:clrScheme name="Texte et chapitre gris 1">
      <a:dk1>
        <a:srgbClr val="000000"/>
      </a:dk1>
      <a:lt1>
        <a:srgbClr val="FFFFFF"/>
      </a:lt1>
      <a:dk2>
        <a:srgbClr val="808080"/>
      </a:dk2>
      <a:lt2>
        <a:srgbClr val="E1001A"/>
      </a:lt2>
      <a:accent1>
        <a:srgbClr val="1C4672"/>
      </a:accent1>
      <a:accent2>
        <a:srgbClr val="2C972E"/>
      </a:accent2>
      <a:accent3>
        <a:srgbClr val="FFFFFF"/>
      </a:accent3>
      <a:accent4>
        <a:srgbClr val="000000"/>
      </a:accent4>
      <a:accent5>
        <a:srgbClr val="ABB0BC"/>
      </a:accent5>
      <a:accent6>
        <a:srgbClr val="278829"/>
      </a:accent6>
      <a:hlink>
        <a:srgbClr val="732B4A"/>
      </a:hlink>
      <a:folHlink>
        <a:srgbClr val="595C6D"/>
      </a:folHlink>
    </a:clrScheme>
    <a:fontScheme name="Texte et chapitre gris">
      <a:majorFont>
        <a:latin typeface="Arial"/>
        <a:ea typeface=""/>
        <a:cs typeface="Arial"/>
      </a:majorFont>
      <a:minorFont>
        <a:latin typeface="Arial"/>
        <a:ea typeface="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Texte et chapitre gris 1">
        <a:dk1>
          <a:srgbClr val="000000"/>
        </a:dk1>
        <a:lt1>
          <a:srgbClr val="FFFFFF"/>
        </a:lt1>
        <a:dk2>
          <a:srgbClr val="808080"/>
        </a:dk2>
        <a:lt2>
          <a:srgbClr val="E1001A"/>
        </a:lt2>
        <a:accent1>
          <a:srgbClr val="1C4672"/>
        </a:accent1>
        <a:accent2>
          <a:srgbClr val="2C972E"/>
        </a:accent2>
        <a:accent3>
          <a:srgbClr val="FFFFFF"/>
        </a:accent3>
        <a:accent4>
          <a:srgbClr val="000000"/>
        </a:accent4>
        <a:accent5>
          <a:srgbClr val="ABB0BC"/>
        </a:accent5>
        <a:accent6>
          <a:srgbClr val="278829"/>
        </a:accent6>
        <a:hlink>
          <a:srgbClr val="732B4A"/>
        </a:hlink>
        <a:folHlink>
          <a:srgbClr val="595C6D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9.xml><?xml version="1.0" encoding="utf-8"?>
<a:theme xmlns:a="http://schemas.openxmlformats.org/drawingml/2006/main" name="Texte et chapitre kaki">
  <a:themeElements>
    <a:clrScheme name="Texte et chapitre kaki 1">
      <a:dk1>
        <a:srgbClr val="000000"/>
      </a:dk1>
      <a:lt1>
        <a:srgbClr val="FFFFFF"/>
      </a:lt1>
      <a:dk2>
        <a:srgbClr val="808080"/>
      </a:dk2>
      <a:lt2>
        <a:srgbClr val="E1001A"/>
      </a:lt2>
      <a:accent1>
        <a:srgbClr val="1C4672"/>
      </a:accent1>
      <a:accent2>
        <a:srgbClr val="2C972E"/>
      </a:accent2>
      <a:accent3>
        <a:srgbClr val="FFFFFF"/>
      </a:accent3>
      <a:accent4>
        <a:srgbClr val="000000"/>
      </a:accent4>
      <a:accent5>
        <a:srgbClr val="ABB0BC"/>
      </a:accent5>
      <a:accent6>
        <a:srgbClr val="278829"/>
      </a:accent6>
      <a:hlink>
        <a:srgbClr val="732B4A"/>
      </a:hlink>
      <a:folHlink>
        <a:srgbClr val="595C6D"/>
      </a:folHlink>
    </a:clrScheme>
    <a:fontScheme name="Texte et chapitre kaki">
      <a:majorFont>
        <a:latin typeface="Arial"/>
        <a:ea typeface=""/>
        <a:cs typeface="Arial"/>
      </a:majorFont>
      <a:minorFont>
        <a:latin typeface="Arial"/>
        <a:ea typeface="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Texte et chapitre kaki 1">
        <a:dk1>
          <a:srgbClr val="000000"/>
        </a:dk1>
        <a:lt1>
          <a:srgbClr val="FFFFFF"/>
        </a:lt1>
        <a:dk2>
          <a:srgbClr val="808080"/>
        </a:dk2>
        <a:lt2>
          <a:srgbClr val="E1001A"/>
        </a:lt2>
        <a:accent1>
          <a:srgbClr val="1C4672"/>
        </a:accent1>
        <a:accent2>
          <a:srgbClr val="2C972E"/>
        </a:accent2>
        <a:accent3>
          <a:srgbClr val="FFFFFF"/>
        </a:accent3>
        <a:accent4>
          <a:srgbClr val="000000"/>
        </a:accent4>
        <a:accent5>
          <a:srgbClr val="ABB0BC"/>
        </a:accent5>
        <a:accent6>
          <a:srgbClr val="278829"/>
        </a:accent6>
        <a:hlink>
          <a:srgbClr val="732B4A"/>
        </a:hlink>
        <a:folHlink>
          <a:srgbClr val="595C6D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10.xml><?xml version="1.0" encoding="utf-8"?>
<a:theme xmlns:a="http://schemas.openxmlformats.org/drawingml/2006/main" name="Texte et chapitre orange">
  <a:themeElements>
    <a:clrScheme name="Texte et chapitre orange 1">
      <a:dk1>
        <a:srgbClr val="000000"/>
      </a:dk1>
      <a:lt1>
        <a:srgbClr val="FFFFFF"/>
      </a:lt1>
      <a:dk2>
        <a:srgbClr val="808080"/>
      </a:dk2>
      <a:lt2>
        <a:srgbClr val="E1001A"/>
      </a:lt2>
      <a:accent1>
        <a:srgbClr val="1C4672"/>
      </a:accent1>
      <a:accent2>
        <a:srgbClr val="2C972E"/>
      </a:accent2>
      <a:accent3>
        <a:srgbClr val="FFFFFF"/>
      </a:accent3>
      <a:accent4>
        <a:srgbClr val="000000"/>
      </a:accent4>
      <a:accent5>
        <a:srgbClr val="ABB0BC"/>
      </a:accent5>
      <a:accent6>
        <a:srgbClr val="278829"/>
      </a:accent6>
      <a:hlink>
        <a:srgbClr val="732B4A"/>
      </a:hlink>
      <a:folHlink>
        <a:srgbClr val="595C6D"/>
      </a:folHlink>
    </a:clrScheme>
    <a:fontScheme name="Texte et chapitre orange">
      <a:majorFont>
        <a:latin typeface="Arial"/>
        <a:ea typeface=""/>
        <a:cs typeface="Arial"/>
      </a:majorFont>
      <a:minorFont>
        <a:latin typeface="Arial"/>
        <a:ea typeface="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Texte et chapitre orange 1">
        <a:dk1>
          <a:srgbClr val="000000"/>
        </a:dk1>
        <a:lt1>
          <a:srgbClr val="FFFFFF"/>
        </a:lt1>
        <a:dk2>
          <a:srgbClr val="808080"/>
        </a:dk2>
        <a:lt2>
          <a:srgbClr val="E1001A"/>
        </a:lt2>
        <a:accent1>
          <a:srgbClr val="1C4672"/>
        </a:accent1>
        <a:accent2>
          <a:srgbClr val="2C972E"/>
        </a:accent2>
        <a:accent3>
          <a:srgbClr val="FFFFFF"/>
        </a:accent3>
        <a:accent4>
          <a:srgbClr val="000000"/>
        </a:accent4>
        <a:accent5>
          <a:srgbClr val="ABB0BC"/>
        </a:accent5>
        <a:accent6>
          <a:srgbClr val="278829"/>
        </a:accent6>
        <a:hlink>
          <a:srgbClr val="732B4A"/>
        </a:hlink>
        <a:folHlink>
          <a:srgbClr val="595C6D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11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1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GCM@Middleware'11 - Aurelien Bourdon</Template>
  <TotalTime>13826</TotalTime>
  <Words>1030</Words>
  <Application>Microsoft Macintosh PowerPoint</Application>
  <PresentationFormat>On-screen Show (4:3)</PresentationFormat>
  <Paragraphs>115</Paragraphs>
  <Slides>13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10</vt:i4>
      </vt:variant>
      <vt:variant>
        <vt:lpstr>Slide Titles</vt:lpstr>
      </vt:variant>
      <vt:variant>
        <vt:i4>13</vt:i4>
      </vt:variant>
    </vt:vector>
  </HeadingPairs>
  <TitlesOfParts>
    <vt:vector size="27" baseType="lpstr">
      <vt:lpstr>黑体</vt:lpstr>
      <vt:lpstr>Arial</vt:lpstr>
      <vt:lpstr>Menlo</vt:lpstr>
      <vt:lpstr>Wingdings</vt:lpstr>
      <vt:lpstr>GCM@Middleware'11 - Aurelien Bourdon</vt:lpstr>
      <vt:lpstr>Couv visuel et sommaire</vt:lpstr>
      <vt:lpstr>Couv logo equipe  et dernière</vt:lpstr>
      <vt:lpstr>Texte et chapitre rouge</vt:lpstr>
      <vt:lpstr>Texte et chapitre bleu</vt:lpstr>
      <vt:lpstr>Texte et chapitre vert</vt:lpstr>
      <vt:lpstr>Texte et chapitre violet</vt:lpstr>
      <vt:lpstr>Texte et chapitre gris</vt:lpstr>
      <vt:lpstr>Texte et chapitre kaki</vt:lpstr>
      <vt:lpstr>Texte et chapitre orange</vt:lpstr>
      <vt:lpstr>PowerPoint Presentation</vt:lpstr>
      <vt:lpstr>自动化测试实践</vt:lpstr>
      <vt:lpstr>自动化测试实践</vt:lpstr>
      <vt:lpstr>自动化测试实践</vt:lpstr>
      <vt:lpstr>自动化测试实践</vt:lpstr>
      <vt:lpstr>自动化测试实践</vt:lpstr>
      <vt:lpstr>自动化测试实践</vt:lpstr>
      <vt:lpstr>自动化测试实践</vt:lpstr>
      <vt:lpstr>自动化测试实践</vt:lpstr>
      <vt:lpstr>自动化测试实践</vt:lpstr>
      <vt:lpstr>自动化测试实践</vt:lpstr>
      <vt:lpstr>GTest 示例</vt:lpstr>
      <vt:lpstr>GTest 示例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Linux: Understanding Process-Level Power Consumption</dc:title>
  <dc:creator>ADAM</dc:creator>
  <cp:lastModifiedBy>szq@whu.edu.cn</cp:lastModifiedBy>
  <cp:revision>2430</cp:revision>
  <dcterms:created xsi:type="dcterms:W3CDTF">2011-11-16T09:31:51Z</dcterms:created>
  <dcterms:modified xsi:type="dcterms:W3CDTF">2026-05-08T05:24:35Z</dcterms:modified>
</cp:coreProperties>
</file>